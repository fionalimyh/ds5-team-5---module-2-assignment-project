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Roboto Mono SemiBold"/>
      <p:regular r:id="rId20"/>
      <p:bold r:id="rId21"/>
      <p:italic r:id="rId22"/>
      <p:boldItalic r:id="rId23"/>
    </p:embeddedFont>
    <p:embeddedFont>
      <p:font typeface="Inter"/>
      <p:bold r:id="rId24"/>
      <p:boldItalic r:id="rId25"/>
    </p:embeddedFont>
    <p:embeddedFont>
      <p:font typeface="Inter ExtraBold"/>
      <p:bold r:id="rId26"/>
      <p:boldItalic r:id="rId27"/>
    </p:embeddedFont>
    <p:embeddedFont>
      <p:font typeface="Roboto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SemiBold-regular.fntdata"/><Relationship Id="rId22" Type="http://schemas.openxmlformats.org/officeDocument/2006/relationships/font" Target="fonts/RobotoMonoSemiBold-italic.fntdata"/><Relationship Id="rId21" Type="http://schemas.openxmlformats.org/officeDocument/2006/relationships/font" Target="fonts/RobotoMonoSemiBold-bold.fntdata"/><Relationship Id="rId24" Type="http://schemas.openxmlformats.org/officeDocument/2006/relationships/font" Target="fonts/Inter-bold.fntdata"/><Relationship Id="rId23" Type="http://schemas.openxmlformats.org/officeDocument/2006/relationships/font" Target="fonts/RobotoMonoSemiBold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InterExtraBold-bold.fntdata"/><Relationship Id="rId25" Type="http://schemas.openxmlformats.org/officeDocument/2006/relationships/font" Target="fonts/Inter-boldItalic.fntdata"/><Relationship Id="rId28" Type="http://schemas.openxmlformats.org/officeDocument/2006/relationships/font" Target="fonts/RobotoMono-regular.fntdata"/><Relationship Id="rId27" Type="http://schemas.openxmlformats.org/officeDocument/2006/relationships/font" Target="fonts/InterExtraBold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document/d/1kVCs9awnHM2iAI41pAjkEGpWzKBs0wEEwzjtxHDbE_s/edit?tab=t.0#heading=h.4rd2psd5fk16" TargetMode="External"/><Relationship Id="rId3" Type="http://schemas.openxmlformats.org/officeDocument/2006/relationships/hyperlink" Target="https://fionalimyh.github.io/DS5-Team-5---Module-2-Assignment-Project/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document/d/1kVCs9awnHM2iAI41pAjkEGpWzKBs0wEEwzjtxHDbE_s/edit?tab=t.0#heading=h.4rd2psd5fk16" TargetMode="External"/><Relationship Id="rId3" Type="http://schemas.openxmlformats.org/officeDocument/2006/relationships/hyperlink" Target="https://fionalimyh.github.io/DS5-Team-5---Module-2-Assignment-Project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c1cf1909f_2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c1cf1909f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 guidelines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https://docs.google.com/document/d/1kVCs9awnHM2iAI41pAjkEGpWzKBs0wEEwzjtxHDbE_s/edit?tab=t.0#heading=h.4rd2psd5fk16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Dashboard link: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https://fionalimyh.github.io/DS5-Team-5---Module-2-Assignment-Project/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1721b2349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1721b2349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f1721b2349_0_1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3f1721b2349_0_1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chemeClr val="dk1"/>
                </a:solidFill>
              </a:rPr>
              <a:t>Executive Summary</a:t>
            </a:r>
            <a:r>
              <a:rPr lang="en" sz="1200">
                <a:solidFill>
                  <a:schemeClr val="dk1"/>
                </a:solidFill>
              </a:rPr>
              <a:t>: A quick 2-3 minute summary of the problem, your solution, and why it matters.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3ec1cf1909f_2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3ec1cf1909f_2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Growth phase successfully transitioned into stability.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Reliable R$1M/month revenue provides a solid foundation.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Next challenge: leverage data science to drive innovation and expansion.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f1721b2349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3f1721b2349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3f1721b2349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3f1721b2349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 schema after Caleb upload the new dataset and schema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f1721b2349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f1721b2349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 schema after Caleb upload the new dataset and schema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f1721b2349_0_3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g3f1721b2349_0_3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0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g3edb41ea7f5_7_1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2" name="Google Shape;1782;g3edb41ea7f5_7_183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9" name="Shape 2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0" name="Google Shape;2690;g3ec1cf1909f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1" name="Google Shape;2691;g3ec1cf1909f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 - Pará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 - Pernambuco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 - Amazonas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 - Ceará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 - Bahia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9" name="Shape 2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0" name="Google Shape;2710;g3ec4964b2ff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1" name="Google Shape;2711;g3ec4964b2ff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Success matrix: Revenue, GDP, categories, 5 states growth (based on GDP)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5" name="Shape 2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6" name="Google Shape;2736;g3ec1cf1909f_1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7" name="Google Shape;2737;g3ec1cf1909f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Based on our pipeline and growth strategy, we summarise 2 main risks + mitigation method and success metrics.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Firstly, for Pipeline &amp; Governance Risk,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As we’re running automations on dagster and potentially github actions, we risk having </a:t>
            </a:r>
            <a:r>
              <a:rPr b="1" lang="en">
                <a:solidFill>
                  <a:schemeClr val="dk1"/>
                </a:solidFill>
              </a:rPr>
              <a:t>no timely detection</a:t>
            </a:r>
            <a:r>
              <a:rPr lang="en">
                <a:solidFill>
                  <a:schemeClr val="dk1"/>
                </a:solidFill>
              </a:rPr>
              <a:t> for automation failures. 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Result in having </a:t>
            </a:r>
            <a:r>
              <a:rPr b="1" lang="en">
                <a:solidFill>
                  <a:schemeClr val="dk1"/>
                </a:solidFill>
              </a:rPr>
              <a:t>inaccurate data</a:t>
            </a:r>
            <a:r>
              <a:rPr lang="en">
                <a:solidFill>
                  <a:schemeClr val="dk1"/>
                </a:solidFill>
              </a:rPr>
              <a:t> on our dashboard. 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To mitigate this risk, we can add a </a:t>
            </a:r>
            <a:r>
              <a:rPr b="1" lang="en">
                <a:solidFill>
                  <a:schemeClr val="dk1"/>
                </a:solidFill>
              </a:rPr>
              <a:t>data observability and quality monitoring layer</a:t>
            </a:r>
            <a:r>
              <a:rPr lang="en">
                <a:solidFill>
                  <a:schemeClr val="dk1"/>
                </a:solidFill>
              </a:rPr>
              <a:t> which helps to detect.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We be </a:t>
            </a:r>
            <a:r>
              <a:rPr b="1" lang="en">
                <a:solidFill>
                  <a:schemeClr val="dk1"/>
                </a:solidFill>
              </a:rPr>
              <a:t>monitoring 5 success metrics</a:t>
            </a:r>
            <a:r>
              <a:rPr lang="en">
                <a:solidFill>
                  <a:schemeClr val="dk1"/>
                </a:solidFill>
              </a:rPr>
              <a:t> as shown.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And the goal is to ensure that we have </a:t>
            </a:r>
            <a:r>
              <a:rPr b="1" lang="en">
                <a:solidFill>
                  <a:schemeClr val="dk1"/>
                </a:solidFill>
              </a:rPr>
              <a:t>reliable and accurate data</a:t>
            </a:r>
            <a:r>
              <a:rPr lang="en">
                <a:solidFill>
                  <a:schemeClr val="dk1"/>
                </a:solidFill>
              </a:rPr>
              <a:t>, while automating our processes.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 Secondly, we have Service Quality Risk,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We risk having </a:t>
            </a:r>
            <a:r>
              <a:rPr b="1" lang="en">
                <a:solidFill>
                  <a:schemeClr val="dk1"/>
                </a:solidFill>
              </a:rPr>
              <a:t>delivery delay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b="1" lang="en">
                <a:solidFill>
                  <a:schemeClr val="dk1"/>
                </a:solidFill>
              </a:rPr>
              <a:t>lower review score</a:t>
            </a:r>
            <a:r>
              <a:rPr lang="en">
                <a:solidFill>
                  <a:schemeClr val="dk1"/>
                </a:solidFill>
              </a:rPr>
              <a:t> due to high order volume. 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So </a:t>
            </a:r>
            <a:r>
              <a:rPr lang="en">
                <a:solidFill>
                  <a:schemeClr val="dk1"/>
                </a:solidFill>
              </a:rPr>
              <a:t>mitigate </a:t>
            </a:r>
            <a:r>
              <a:rPr lang="en">
                <a:solidFill>
                  <a:schemeClr val="dk1"/>
                </a:solidFill>
              </a:rPr>
              <a:t>risk, first, we conduct a </a:t>
            </a:r>
            <a:r>
              <a:rPr lang="en">
                <a:solidFill>
                  <a:schemeClr val="dk1"/>
                </a:solidFill>
              </a:rPr>
              <a:t>delivery capacity review. To </a:t>
            </a:r>
            <a:r>
              <a:rPr lang="en">
                <a:solidFill>
                  <a:schemeClr val="dk1"/>
                </a:solidFill>
              </a:rPr>
              <a:t>check whether the </a:t>
            </a:r>
            <a:r>
              <a:rPr b="1" lang="en">
                <a:solidFill>
                  <a:schemeClr val="dk1"/>
                </a:solidFill>
              </a:rPr>
              <a:t>fulfilment and logistics network </a:t>
            </a:r>
            <a:r>
              <a:rPr lang="en">
                <a:solidFill>
                  <a:schemeClr val="dk1"/>
                </a:solidFill>
              </a:rPr>
              <a:t>can handle </a:t>
            </a:r>
            <a:r>
              <a:rPr b="1" lang="en">
                <a:solidFill>
                  <a:schemeClr val="dk1"/>
                </a:solidFill>
              </a:rPr>
              <a:t>higher order volumes </a:t>
            </a:r>
            <a:r>
              <a:rPr lang="en">
                <a:solidFill>
                  <a:schemeClr val="dk1"/>
                </a:solidFill>
              </a:rPr>
              <a:t>without causing delays.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Second, we will perform seller coverage checks. To confirm that there are </a:t>
            </a:r>
            <a:r>
              <a:rPr b="1" lang="en">
                <a:solidFill>
                  <a:schemeClr val="dk1"/>
                </a:solidFill>
              </a:rPr>
              <a:t>enough active sellers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b="1" lang="en">
                <a:solidFill>
                  <a:schemeClr val="dk1"/>
                </a:solidFill>
              </a:rPr>
              <a:t>sufficient available products </a:t>
            </a:r>
            <a:r>
              <a:rPr lang="en">
                <a:solidFill>
                  <a:schemeClr val="dk1"/>
                </a:solidFill>
              </a:rPr>
              <a:t>in each target state, before launching larger campaigns.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// Third, we will use a phased campaign rollout.// So, Instead of scaling all campaigns at once, we will begin with a smaller pilot.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We will monitor delivery performance and customer feedback before expanding further. 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These actions help ensure that revenue growth does not come at the expense of delivery quality or customer satisfaction.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7" name="Shape 2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8" name="Google Shape;2758;g3f17db32b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9" name="Google Shape;2759;g3f17db32b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 guidelines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https://docs.google.com/document/d/1kVCs9awnHM2iAI41pAjkEGpWzKBs0wEEwzjtxHDbE_s/edit?tab=t.0#heading=h.4rd2psd5fk16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Dashboard link: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https://fionalimyh.github.io/DS5-Team-5---Module-2-Assignment-Project/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c1cf1909f_14_0)">
  <p:cSld name="Generated (g3ec1cf1909f_14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0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c1cf1909f_14_0)">
  <p:cSld name="Generated (g3ec1cf1909f_14_0)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0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3" name="Google Shape;63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4" name="Google Shape;6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2" name="Google Shape;82;p2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7" name="Google Shape;87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8" name="Google Shape;88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2" name="Google Shape;9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5" name="Google Shape;95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CFE2F3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hyperlink" Target="https://github.com/Shihuisoh-ssh/DS5-Team-5---Module-2-Assignment-Project/tree/main" TargetMode="External"/><Relationship Id="rId7" Type="http://schemas.openxmlformats.org/officeDocument/2006/relationships/hyperlink" Target="https://github.com/Shihuisoh-ssh/DS5-Team-5---Module-2-Assignment-Project/tree/mai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27"/>
          <p:cNvGrpSpPr/>
          <p:nvPr/>
        </p:nvGrpSpPr>
        <p:grpSpPr>
          <a:xfrm>
            <a:off x="75825" y="85075"/>
            <a:ext cx="1733700" cy="285900"/>
            <a:chOff x="0" y="0"/>
            <a:chExt cx="1733700" cy="285900"/>
          </a:xfrm>
        </p:grpSpPr>
        <p:sp>
          <p:nvSpPr>
            <p:cNvPr id="104" name="Google Shape;104;p27"/>
            <p:cNvSpPr/>
            <p:nvPr/>
          </p:nvSpPr>
          <p:spPr>
            <a:xfrm>
              <a:off x="0" y="0"/>
              <a:ext cx="228600" cy="228600"/>
            </a:xfrm>
            <a:prstGeom prst="rect">
              <a:avLst/>
            </a:prstGeom>
            <a:solidFill>
              <a:srgbClr val="0F52B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7"/>
            <p:cNvSpPr/>
            <p:nvPr/>
          </p:nvSpPr>
          <p:spPr>
            <a:xfrm>
              <a:off x="76200" y="76200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27"/>
            <p:cNvSpPr txBox="1"/>
            <p:nvPr/>
          </p:nvSpPr>
          <p:spPr>
            <a:xfrm>
              <a:off x="304800" y="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121212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Module 2 Project</a:t>
              </a:r>
              <a:endParaRPr b="0" sz="1200">
                <a:solidFill>
                  <a:srgbClr val="121212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07" name="Google Shape;107;p27"/>
          <p:cNvGrpSpPr/>
          <p:nvPr/>
        </p:nvGrpSpPr>
        <p:grpSpPr>
          <a:xfrm>
            <a:off x="375795" y="1416302"/>
            <a:ext cx="8191500" cy="1714500"/>
            <a:chOff x="0" y="-730570"/>
            <a:chExt cx="8191500" cy="1714500"/>
          </a:xfrm>
        </p:grpSpPr>
        <p:sp>
          <p:nvSpPr>
            <p:cNvPr id="108" name="Google Shape;108;p27"/>
            <p:cNvSpPr/>
            <p:nvPr/>
          </p:nvSpPr>
          <p:spPr>
            <a:xfrm>
              <a:off x="0" y="-638083"/>
              <a:ext cx="38100" cy="1143000"/>
            </a:xfrm>
            <a:prstGeom prst="rect">
              <a:avLst/>
            </a:prstGeom>
            <a:solidFill>
              <a:srgbClr val="0F52B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27"/>
            <p:cNvSpPr txBox="1"/>
            <p:nvPr/>
          </p:nvSpPr>
          <p:spPr>
            <a:xfrm>
              <a:off x="190500" y="-730570"/>
              <a:ext cx="8001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30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rPr>
                <a:t>Olist Business Proposal</a:t>
              </a:r>
              <a:endParaRPr b="1" sz="3630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chemeClr val="dk1"/>
                  </a:solidFill>
                </a:rPr>
                <a:t>Beyond a million, unlocking new opportunities</a:t>
              </a:r>
              <a:endParaRPr b="1" sz="17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998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26">
                <a:solidFill>
                  <a:srgbClr val="5F63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0" name="Google Shape;110;p27"/>
          <p:cNvGrpSpPr/>
          <p:nvPr/>
        </p:nvGrpSpPr>
        <p:grpSpPr>
          <a:xfrm>
            <a:off x="6269438" y="2571750"/>
            <a:ext cx="2490788" cy="2014425"/>
            <a:chOff x="-14287" y="857250"/>
            <a:chExt cx="2490788" cy="2014425"/>
          </a:xfrm>
        </p:grpSpPr>
        <p:pic>
          <p:nvPicPr>
            <p:cNvPr id="111" name="Google Shape;111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4287" y="942975"/>
              <a:ext cx="2414700" cy="19287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31999"/>
                </a:srgbClr>
              </a:outerShdw>
            </a:effectLst>
          </p:spPr>
        </p:pic>
        <p:pic>
          <p:nvPicPr>
            <p:cNvPr id="112" name="Google Shape;11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86000" y="857250"/>
              <a:ext cx="190500" cy="1905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31999"/>
                </a:srgbClr>
              </a:outerShdw>
            </a:effectLst>
          </p:spPr>
        </p:pic>
        <p:pic>
          <p:nvPicPr>
            <p:cNvPr id="113" name="Google Shape;113;p2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371600" y="1657350"/>
              <a:ext cx="114300" cy="114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31999"/>
                </a:srgbClr>
              </a:outerShdw>
            </a:effectLst>
          </p:spPr>
        </p:pic>
        <p:pic>
          <p:nvPicPr>
            <p:cNvPr id="114" name="Google Shape;114;p2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19100" y="2324100"/>
              <a:ext cx="114300" cy="114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31999"/>
                </a:srgbClr>
              </a:outerShdw>
            </a:effectLst>
          </p:spPr>
        </p:pic>
      </p:grpSp>
      <p:grpSp>
        <p:nvGrpSpPr>
          <p:cNvPr id="115" name="Google Shape;115;p27"/>
          <p:cNvGrpSpPr/>
          <p:nvPr/>
        </p:nvGrpSpPr>
        <p:grpSpPr>
          <a:xfrm>
            <a:off x="381000" y="4762500"/>
            <a:ext cx="8382000" cy="323550"/>
            <a:chOff x="381000" y="4762500"/>
            <a:chExt cx="8382000" cy="323550"/>
          </a:xfrm>
        </p:grpSpPr>
        <p:cxnSp>
          <p:nvCxnSpPr>
            <p:cNvPr id="116" name="Google Shape;116;p27"/>
            <p:cNvCxnSpPr/>
            <p:nvPr/>
          </p:nvCxnSpPr>
          <p:spPr>
            <a:xfrm>
              <a:off x="381000" y="476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7" name="Google Shape;117;p27"/>
            <p:cNvSpPr txBox="1"/>
            <p:nvPr/>
          </p:nvSpPr>
          <p:spPr>
            <a:xfrm>
              <a:off x="381000" y="4857750"/>
              <a:ext cx="7470300" cy="22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DS5 Team 5</a:t>
              </a:r>
              <a:r>
                <a:rPr b="0"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 | </a:t>
              </a:r>
              <a:r>
                <a:rPr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Members: Caleb Cheah Peng Huat, Fiona Lim Yan Han, Kevin Chua, Ng Zhenxian, Soh Shi Hui </a:t>
              </a:r>
              <a:endParaRPr b="0" sz="10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8" name="Google Shape;118;p27"/>
            <p:cNvSpPr txBox="1"/>
            <p:nvPr/>
          </p:nvSpPr>
          <p:spPr>
            <a:xfrm>
              <a:off x="49530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June 2026</a:t>
              </a:r>
              <a:endParaRPr b="0" sz="10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9" name="Google Shape;119;p27">
            <a:hlinkClick r:id="rId6"/>
          </p:cNvPr>
          <p:cNvSpPr txBox="1"/>
          <p:nvPr/>
        </p:nvSpPr>
        <p:spPr>
          <a:xfrm>
            <a:off x="402925" y="4325291"/>
            <a:ext cx="34284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i="1" lang="en" sz="12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7"/>
              </a:rPr>
              <a:t>Link to Github Project Repository </a:t>
            </a:r>
            <a:endParaRPr b="0" i="1" sz="1200">
              <a:solidFill>
                <a:srgbClr val="12121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28"/>
          <p:cNvGrpSpPr/>
          <p:nvPr/>
        </p:nvGrpSpPr>
        <p:grpSpPr>
          <a:xfrm>
            <a:off x="381000" y="381000"/>
            <a:ext cx="8325000" cy="762000"/>
            <a:chOff x="0" y="0"/>
            <a:chExt cx="8325000" cy="762000"/>
          </a:xfrm>
        </p:grpSpPr>
        <p:sp>
          <p:nvSpPr>
            <p:cNvPr id="125" name="Google Shape;125;p28"/>
            <p:cNvSpPr/>
            <p:nvPr/>
          </p:nvSpPr>
          <p:spPr>
            <a:xfrm>
              <a:off x="0" y="0"/>
              <a:ext cx="38100" cy="762000"/>
            </a:xfrm>
            <a:prstGeom prst="rect">
              <a:avLst/>
            </a:prstGeom>
            <a:solidFill>
              <a:srgbClr val="0F52B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8"/>
            <p:cNvSpPr txBox="1"/>
            <p:nvPr/>
          </p:nvSpPr>
          <p:spPr>
            <a:xfrm>
              <a:off x="228600" y="0"/>
              <a:ext cx="8096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1" lang="en" sz="2498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rPr>
                <a:t>Agenda</a:t>
              </a:r>
              <a:endParaRPr sz="1200">
                <a:solidFill>
                  <a:srgbClr val="5F63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7" name="Google Shape;127;p28"/>
          <p:cNvSpPr/>
          <p:nvPr/>
        </p:nvSpPr>
        <p:spPr>
          <a:xfrm>
            <a:off x="466490" y="1380799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8"/>
          <p:cNvSpPr/>
          <p:nvPr/>
        </p:nvSpPr>
        <p:spPr>
          <a:xfrm>
            <a:off x="466490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8"/>
          <p:cNvSpPr/>
          <p:nvPr/>
        </p:nvSpPr>
        <p:spPr>
          <a:xfrm>
            <a:off x="466490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8"/>
          <p:cNvSpPr/>
          <p:nvPr/>
        </p:nvSpPr>
        <p:spPr>
          <a:xfrm>
            <a:off x="466490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8"/>
          <p:cNvSpPr/>
          <p:nvPr/>
        </p:nvSpPr>
        <p:spPr>
          <a:xfrm>
            <a:off x="466490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8"/>
          <p:cNvSpPr/>
          <p:nvPr/>
        </p:nvSpPr>
        <p:spPr>
          <a:xfrm>
            <a:off x="466490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8"/>
          <p:cNvSpPr/>
          <p:nvPr/>
        </p:nvSpPr>
        <p:spPr>
          <a:xfrm>
            <a:off x="466490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8"/>
          <p:cNvSpPr/>
          <p:nvPr/>
        </p:nvSpPr>
        <p:spPr>
          <a:xfrm>
            <a:off x="466490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8"/>
          <p:cNvSpPr/>
          <p:nvPr/>
        </p:nvSpPr>
        <p:spPr>
          <a:xfrm>
            <a:off x="7296962" y="28215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8"/>
          <p:cNvSpPr/>
          <p:nvPr/>
        </p:nvSpPr>
        <p:spPr>
          <a:xfrm>
            <a:off x="7296962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8"/>
          <p:cNvSpPr/>
          <p:nvPr/>
        </p:nvSpPr>
        <p:spPr>
          <a:xfrm>
            <a:off x="7296962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8"/>
          <p:cNvSpPr/>
          <p:nvPr/>
        </p:nvSpPr>
        <p:spPr>
          <a:xfrm>
            <a:off x="7296962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8"/>
          <p:cNvSpPr/>
          <p:nvPr/>
        </p:nvSpPr>
        <p:spPr>
          <a:xfrm>
            <a:off x="7296962" y="3485476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8"/>
          <p:cNvSpPr/>
          <p:nvPr/>
        </p:nvSpPr>
        <p:spPr>
          <a:xfrm>
            <a:off x="7296962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8"/>
          <p:cNvSpPr/>
          <p:nvPr/>
        </p:nvSpPr>
        <p:spPr>
          <a:xfrm>
            <a:off x="7296962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8"/>
          <p:cNvSpPr/>
          <p:nvPr/>
        </p:nvSpPr>
        <p:spPr>
          <a:xfrm>
            <a:off x="7296962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8"/>
          <p:cNvSpPr/>
          <p:nvPr/>
        </p:nvSpPr>
        <p:spPr>
          <a:xfrm>
            <a:off x="502025" y="1258750"/>
            <a:ext cx="102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8"/>
          <p:cNvSpPr/>
          <p:nvPr/>
        </p:nvSpPr>
        <p:spPr>
          <a:xfrm>
            <a:off x="381100" y="16137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8"/>
          <p:cNvSpPr/>
          <p:nvPr/>
        </p:nvSpPr>
        <p:spPr>
          <a:xfrm>
            <a:off x="636018" y="1380799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8"/>
          <p:cNvSpPr/>
          <p:nvPr/>
        </p:nvSpPr>
        <p:spPr>
          <a:xfrm>
            <a:off x="636018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8"/>
          <p:cNvSpPr/>
          <p:nvPr/>
        </p:nvSpPr>
        <p:spPr>
          <a:xfrm>
            <a:off x="636018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8"/>
          <p:cNvSpPr/>
          <p:nvPr/>
        </p:nvSpPr>
        <p:spPr>
          <a:xfrm>
            <a:off x="636018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8"/>
          <p:cNvSpPr/>
          <p:nvPr/>
        </p:nvSpPr>
        <p:spPr>
          <a:xfrm>
            <a:off x="636018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8"/>
          <p:cNvSpPr/>
          <p:nvPr/>
        </p:nvSpPr>
        <p:spPr>
          <a:xfrm>
            <a:off x="636018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8"/>
          <p:cNvSpPr/>
          <p:nvPr/>
        </p:nvSpPr>
        <p:spPr>
          <a:xfrm>
            <a:off x="636018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8"/>
          <p:cNvSpPr/>
          <p:nvPr/>
        </p:nvSpPr>
        <p:spPr>
          <a:xfrm>
            <a:off x="636018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8"/>
          <p:cNvSpPr/>
          <p:nvPr/>
        </p:nvSpPr>
        <p:spPr>
          <a:xfrm>
            <a:off x="7466490" y="28215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8"/>
          <p:cNvSpPr/>
          <p:nvPr/>
        </p:nvSpPr>
        <p:spPr>
          <a:xfrm>
            <a:off x="7466490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8"/>
          <p:cNvSpPr/>
          <p:nvPr/>
        </p:nvSpPr>
        <p:spPr>
          <a:xfrm>
            <a:off x="7466490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8"/>
          <p:cNvSpPr/>
          <p:nvPr/>
        </p:nvSpPr>
        <p:spPr>
          <a:xfrm>
            <a:off x="7466490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8"/>
          <p:cNvSpPr/>
          <p:nvPr/>
        </p:nvSpPr>
        <p:spPr>
          <a:xfrm>
            <a:off x="7466490" y="3485476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8"/>
          <p:cNvSpPr/>
          <p:nvPr/>
        </p:nvSpPr>
        <p:spPr>
          <a:xfrm>
            <a:off x="7466490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8"/>
          <p:cNvSpPr/>
          <p:nvPr/>
        </p:nvSpPr>
        <p:spPr>
          <a:xfrm>
            <a:off x="7466490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8"/>
          <p:cNvSpPr/>
          <p:nvPr/>
        </p:nvSpPr>
        <p:spPr>
          <a:xfrm>
            <a:off x="7466490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8"/>
          <p:cNvSpPr/>
          <p:nvPr/>
        </p:nvSpPr>
        <p:spPr>
          <a:xfrm>
            <a:off x="689295" y="1258750"/>
            <a:ext cx="102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8"/>
          <p:cNvSpPr/>
          <p:nvPr/>
        </p:nvSpPr>
        <p:spPr>
          <a:xfrm>
            <a:off x="605811" y="16137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8"/>
          <p:cNvSpPr/>
          <p:nvPr/>
        </p:nvSpPr>
        <p:spPr>
          <a:xfrm>
            <a:off x="805546" y="1380799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8"/>
          <p:cNvSpPr/>
          <p:nvPr/>
        </p:nvSpPr>
        <p:spPr>
          <a:xfrm>
            <a:off x="805546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8"/>
          <p:cNvSpPr/>
          <p:nvPr/>
        </p:nvSpPr>
        <p:spPr>
          <a:xfrm>
            <a:off x="805546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8"/>
          <p:cNvSpPr/>
          <p:nvPr/>
        </p:nvSpPr>
        <p:spPr>
          <a:xfrm>
            <a:off x="805546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8"/>
          <p:cNvSpPr/>
          <p:nvPr/>
        </p:nvSpPr>
        <p:spPr>
          <a:xfrm>
            <a:off x="805546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8"/>
          <p:cNvSpPr/>
          <p:nvPr/>
        </p:nvSpPr>
        <p:spPr>
          <a:xfrm>
            <a:off x="805546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8"/>
          <p:cNvSpPr/>
          <p:nvPr/>
        </p:nvSpPr>
        <p:spPr>
          <a:xfrm>
            <a:off x="805546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8"/>
          <p:cNvSpPr/>
          <p:nvPr/>
        </p:nvSpPr>
        <p:spPr>
          <a:xfrm>
            <a:off x="805546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8"/>
          <p:cNvSpPr/>
          <p:nvPr/>
        </p:nvSpPr>
        <p:spPr>
          <a:xfrm>
            <a:off x="7636018" y="28215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8"/>
          <p:cNvSpPr/>
          <p:nvPr/>
        </p:nvSpPr>
        <p:spPr>
          <a:xfrm>
            <a:off x="7636018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8"/>
          <p:cNvSpPr/>
          <p:nvPr/>
        </p:nvSpPr>
        <p:spPr>
          <a:xfrm>
            <a:off x="7636018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8"/>
          <p:cNvSpPr/>
          <p:nvPr/>
        </p:nvSpPr>
        <p:spPr>
          <a:xfrm>
            <a:off x="7636018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8"/>
          <p:cNvSpPr/>
          <p:nvPr/>
        </p:nvSpPr>
        <p:spPr>
          <a:xfrm>
            <a:off x="7636018" y="3485476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8"/>
          <p:cNvSpPr/>
          <p:nvPr/>
        </p:nvSpPr>
        <p:spPr>
          <a:xfrm>
            <a:off x="7636018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8"/>
          <p:cNvSpPr/>
          <p:nvPr/>
        </p:nvSpPr>
        <p:spPr>
          <a:xfrm>
            <a:off x="7636018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8"/>
          <p:cNvSpPr/>
          <p:nvPr/>
        </p:nvSpPr>
        <p:spPr>
          <a:xfrm>
            <a:off x="7636018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8"/>
          <p:cNvSpPr/>
          <p:nvPr/>
        </p:nvSpPr>
        <p:spPr>
          <a:xfrm>
            <a:off x="876564" y="1258750"/>
            <a:ext cx="102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8"/>
          <p:cNvSpPr/>
          <p:nvPr/>
        </p:nvSpPr>
        <p:spPr>
          <a:xfrm>
            <a:off x="830522" y="16137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8"/>
          <p:cNvSpPr/>
          <p:nvPr/>
        </p:nvSpPr>
        <p:spPr>
          <a:xfrm>
            <a:off x="975074" y="1380799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8"/>
          <p:cNvSpPr/>
          <p:nvPr/>
        </p:nvSpPr>
        <p:spPr>
          <a:xfrm>
            <a:off x="975074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8"/>
          <p:cNvSpPr/>
          <p:nvPr/>
        </p:nvSpPr>
        <p:spPr>
          <a:xfrm>
            <a:off x="975074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8"/>
          <p:cNvSpPr/>
          <p:nvPr/>
        </p:nvSpPr>
        <p:spPr>
          <a:xfrm>
            <a:off x="975074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8"/>
          <p:cNvSpPr/>
          <p:nvPr/>
        </p:nvSpPr>
        <p:spPr>
          <a:xfrm>
            <a:off x="975074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8"/>
          <p:cNvSpPr/>
          <p:nvPr/>
        </p:nvSpPr>
        <p:spPr>
          <a:xfrm>
            <a:off x="975074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8"/>
          <p:cNvSpPr/>
          <p:nvPr/>
        </p:nvSpPr>
        <p:spPr>
          <a:xfrm>
            <a:off x="975074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8"/>
          <p:cNvSpPr/>
          <p:nvPr/>
        </p:nvSpPr>
        <p:spPr>
          <a:xfrm>
            <a:off x="975074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8"/>
          <p:cNvSpPr/>
          <p:nvPr/>
        </p:nvSpPr>
        <p:spPr>
          <a:xfrm>
            <a:off x="7805546" y="28215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8"/>
          <p:cNvSpPr/>
          <p:nvPr/>
        </p:nvSpPr>
        <p:spPr>
          <a:xfrm>
            <a:off x="7805546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8"/>
          <p:cNvSpPr/>
          <p:nvPr/>
        </p:nvSpPr>
        <p:spPr>
          <a:xfrm>
            <a:off x="7805546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8"/>
          <p:cNvSpPr/>
          <p:nvPr/>
        </p:nvSpPr>
        <p:spPr>
          <a:xfrm>
            <a:off x="7805546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8"/>
          <p:cNvSpPr/>
          <p:nvPr/>
        </p:nvSpPr>
        <p:spPr>
          <a:xfrm>
            <a:off x="7805546" y="3485476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8"/>
          <p:cNvSpPr/>
          <p:nvPr/>
        </p:nvSpPr>
        <p:spPr>
          <a:xfrm>
            <a:off x="7805546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8"/>
          <p:cNvSpPr/>
          <p:nvPr/>
        </p:nvSpPr>
        <p:spPr>
          <a:xfrm>
            <a:off x="7805546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8"/>
          <p:cNvSpPr/>
          <p:nvPr/>
        </p:nvSpPr>
        <p:spPr>
          <a:xfrm>
            <a:off x="7805546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8"/>
          <p:cNvSpPr/>
          <p:nvPr/>
        </p:nvSpPr>
        <p:spPr>
          <a:xfrm>
            <a:off x="1063834" y="1258750"/>
            <a:ext cx="102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8"/>
          <p:cNvSpPr/>
          <p:nvPr/>
        </p:nvSpPr>
        <p:spPr>
          <a:xfrm>
            <a:off x="1055233" y="16137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8"/>
          <p:cNvSpPr/>
          <p:nvPr/>
        </p:nvSpPr>
        <p:spPr>
          <a:xfrm>
            <a:off x="1144602" y="1380799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8"/>
          <p:cNvSpPr/>
          <p:nvPr/>
        </p:nvSpPr>
        <p:spPr>
          <a:xfrm>
            <a:off x="1144602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8"/>
          <p:cNvSpPr/>
          <p:nvPr/>
        </p:nvSpPr>
        <p:spPr>
          <a:xfrm>
            <a:off x="1144602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8"/>
          <p:cNvSpPr/>
          <p:nvPr/>
        </p:nvSpPr>
        <p:spPr>
          <a:xfrm>
            <a:off x="1144602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8"/>
          <p:cNvSpPr/>
          <p:nvPr/>
        </p:nvSpPr>
        <p:spPr>
          <a:xfrm>
            <a:off x="1144602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8"/>
          <p:cNvSpPr/>
          <p:nvPr/>
        </p:nvSpPr>
        <p:spPr>
          <a:xfrm>
            <a:off x="1144602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8"/>
          <p:cNvSpPr/>
          <p:nvPr/>
        </p:nvSpPr>
        <p:spPr>
          <a:xfrm>
            <a:off x="1144602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8"/>
          <p:cNvSpPr/>
          <p:nvPr/>
        </p:nvSpPr>
        <p:spPr>
          <a:xfrm>
            <a:off x="1144602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7975074" y="28215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>
            <a:off x="7975074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>
            <a:off x="7975074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8"/>
          <p:cNvSpPr/>
          <p:nvPr/>
        </p:nvSpPr>
        <p:spPr>
          <a:xfrm>
            <a:off x="7975074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8"/>
          <p:cNvSpPr/>
          <p:nvPr/>
        </p:nvSpPr>
        <p:spPr>
          <a:xfrm>
            <a:off x="7975074" y="3485476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8"/>
          <p:cNvSpPr/>
          <p:nvPr/>
        </p:nvSpPr>
        <p:spPr>
          <a:xfrm>
            <a:off x="7975074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8"/>
          <p:cNvSpPr/>
          <p:nvPr/>
        </p:nvSpPr>
        <p:spPr>
          <a:xfrm>
            <a:off x="7975074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8"/>
          <p:cNvSpPr/>
          <p:nvPr/>
        </p:nvSpPr>
        <p:spPr>
          <a:xfrm>
            <a:off x="7975074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8"/>
          <p:cNvSpPr/>
          <p:nvPr/>
        </p:nvSpPr>
        <p:spPr>
          <a:xfrm>
            <a:off x="1251103" y="1258750"/>
            <a:ext cx="102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8"/>
          <p:cNvSpPr/>
          <p:nvPr/>
        </p:nvSpPr>
        <p:spPr>
          <a:xfrm>
            <a:off x="1279944" y="16137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8"/>
          <p:cNvSpPr/>
          <p:nvPr/>
        </p:nvSpPr>
        <p:spPr>
          <a:xfrm>
            <a:off x="1314130" y="1380799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8"/>
          <p:cNvSpPr/>
          <p:nvPr/>
        </p:nvSpPr>
        <p:spPr>
          <a:xfrm>
            <a:off x="1314130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8"/>
          <p:cNvSpPr/>
          <p:nvPr/>
        </p:nvSpPr>
        <p:spPr>
          <a:xfrm>
            <a:off x="1314130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8"/>
          <p:cNvSpPr/>
          <p:nvPr/>
        </p:nvSpPr>
        <p:spPr>
          <a:xfrm>
            <a:off x="1314130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8"/>
          <p:cNvSpPr/>
          <p:nvPr/>
        </p:nvSpPr>
        <p:spPr>
          <a:xfrm>
            <a:off x="1314130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8"/>
          <p:cNvSpPr/>
          <p:nvPr/>
        </p:nvSpPr>
        <p:spPr>
          <a:xfrm>
            <a:off x="1314130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8"/>
          <p:cNvSpPr/>
          <p:nvPr/>
        </p:nvSpPr>
        <p:spPr>
          <a:xfrm>
            <a:off x="1314130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8"/>
          <p:cNvSpPr/>
          <p:nvPr/>
        </p:nvSpPr>
        <p:spPr>
          <a:xfrm>
            <a:off x="1314130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8"/>
          <p:cNvSpPr/>
          <p:nvPr/>
        </p:nvSpPr>
        <p:spPr>
          <a:xfrm>
            <a:off x="8144602" y="28215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8"/>
          <p:cNvSpPr/>
          <p:nvPr/>
        </p:nvSpPr>
        <p:spPr>
          <a:xfrm>
            <a:off x="8144602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8"/>
          <p:cNvSpPr/>
          <p:nvPr/>
        </p:nvSpPr>
        <p:spPr>
          <a:xfrm>
            <a:off x="8144602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8"/>
          <p:cNvSpPr/>
          <p:nvPr/>
        </p:nvSpPr>
        <p:spPr>
          <a:xfrm>
            <a:off x="8144602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8"/>
          <p:cNvSpPr/>
          <p:nvPr/>
        </p:nvSpPr>
        <p:spPr>
          <a:xfrm>
            <a:off x="8144602" y="3485476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8"/>
          <p:cNvSpPr/>
          <p:nvPr/>
        </p:nvSpPr>
        <p:spPr>
          <a:xfrm>
            <a:off x="8144602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8"/>
          <p:cNvSpPr/>
          <p:nvPr/>
        </p:nvSpPr>
        <p:spPr>
          <a:xfrm>
            <a:off x="8144602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8"/>
          <p:cNvSpPr/>
          <p:nvPr/>
        </p:nvSpPr>
        <p:spPr>
          <a:xfrm>
            <a:off x="8144602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8"/>
          <p:cNvSpPr/>
          <p:nvPr/>
        </p:nvSpPr>
        <p:spPr>
          <a:xfrm>
            <a:off x="1438373" y="1258750"/>
            <a:ext cx="102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8"/>
          <p:cNvSpPr/>
          <p:nvPr/>
        </p:nvSpPr>
        <p:spPr>
          <a:xfrm>
            <a:off x="1504656" y="16137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8"/>
          <p:cNvSpPr/>
          <p:nvPr/>
        </p:nvSpPr>
        <p:spPr>
          <a:xfrm>
            <a:off x="1483658" y="1380799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8"/>
          <p:cNvSpPr/>
          <p:nvPr/>
        </p:nvSpPr>
        <p:spPr>
          <a:xfrm>
            <a:off x="1483658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8"/>
          <p:cNvSpPr/>
          <p:nvPr/>
        </p:nvSpPr>
        <p:spPr>
          <a:xfrm>
            <a:off x="1483658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8"/>
          <p:cNvSpPr/>
          <p:nvPr/>
        </p:nvSpPr>
        <p:spPr>
          <a:xfrm>
            <a:off x="1483658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8"/>
          <p:cNvSpPr/>
          <p:nvPr/>
        </p:nvSpPr>
        <p:spPr>
          <a:xfrm>
            <a:off x="1483658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8"/>
          <p:cNvSpPr/>
          <p:nvPr/>
        </p:nvSpPr>
        <p:spPr>
          <a:xfrm>
            <a:off x="1483658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8"/>
          <p:cNvSpPr/>
          <p:nvPr/>
        </p:nvSpPr>
        <p:spPr>
          <a:xfrm>
            <a:off x="1483658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8"/>
          <p:cNvSpPr/>
          <p:nvPr/>
        </p:nvSpPr>
        <p:spPr>
          <a:xfrm>
            <a:off x="1483658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8"/>
          <p:cNvSpPr/>
          <p:nvPr/>
        </p:nvSpPr>
        <p:spPr>
          <a:xfrm>
            <a:off x="8314129" y="28215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8"/>
          <p:cNvSpPr/>
          <p:nvPr/>
        </p:nvSpPr>
        <p:spPr>
          <a:xfrm>
            <a:off x="8314129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8"/>
          <p:cNvSpPr/>
          <p:nvPr/>
        </p:nvSpPr>
        <p:spPr>
          <a:xfrm>
            <a:off x="8314129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8"/>
          <p:cNvSpPr/>
          <p:nvPr/>
        </p:nvSpPr>
        <p:spPr>
          <a:xfrm>
            <a:off x="8314129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8"/>
          <p:cNvSpPr/>
          <p:nvPr/>
        </p:nvSpPr>
        <p:spPr>
          <a:xfrm>
            <a:off x="8314129" y="3485476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8"/>
          <p:cNvSpPr/>
          <p:nvPr/>
        </p:nvSpPr>
        <p:spPr>
          <a:xfrm>
            <a:off x="8314129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8"/>
          <p:cNvSpPr/>
          <p:nvPr/>
        </p:nvSpPr>
        <p:spPr>
          <a:xfrm>
            <a:off x="8314129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8"/>
          <p:cNvSpPr/>
          <p:nvPr/>
        </p:nvSpPr>
        <p:spPr>
          <a:xfrm>
            <a:off x="8314129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8"/>
          <p:cNvSpPr/>
          <p:nvPr/>
        </p:nvSpPr>
        <p:spPr>
          <a:xfrm>
            <a:off x="1625642" y="1258750"/>
            <a:ext cx="102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8"/>
          <p:cNvSpPr/>
          <p:nvPr/>
        </p:nvSpPr>
        <p:spPr>
          <a:xfrm>
            <a:off x="1729367" y="16137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8"/>
          <p:cNvSpPr/>
          <p:nvPr/>
        </p:nvSpPr>
        <p:spPr>
          <a:xfrm>
            <a:off x="1653186" y="1380799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8"/>
          <p:cNvSpPr/>
          <p:nvPr/>
        </p:nvSpPr>
        <p:spPr>
          <a:xfrm>
            <a:off x="1653186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8"/>
          <p:cNvSpPr/>
          <p:nvPr/>
        </p:nvSpPr>
        <p:spPr>
          <a:xfrm>
            <a:off x="1653186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8"/>
          <p:cNvSpPr/>
          <p:nvPr/>
        </p:nvSpPr>
        <p:spPr>
          <a:xfrm>
            <a:off x="1653186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8"/>
          <p:cNvSpPr/>
          <p:nvPr/>
        </p:nvSpPr>
        <p:spPr>
          <a:xfrm>
            <a:off x="1653186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8"/>
          <p:cNvSpPr/>
          <p:nvPr/>
        </p:nvSpPr>
        <p:spPr>
          <a:xfrm>
            <a:off x="1653186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8"/>
          <p:cNvSpPr/>
          <p:nvPr/>
        </p:nvSpPr>
        <p:spPr>
          <a:xfrm>
            <a:off x="1653186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8"/>
          <p:cNvSpPr/>
          <p:nvPr/>
        </p:nvSpPr>
        <p:spPr>
          <a:xfrm>
            <a:off x="1653186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8"/>
          <p:cNvSpPr/>
          <p:nvPr/>
        </p:nvSpPr>
        <p:spPr>
          <a:xfrm>
            <a:off x="8483657" y="28215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8"/>
          <p:cNvSpPr/>
          <p:nvPr/>
        </p:nvSpPr>
        <p:spPr>
          <a:xfrm>
            <a:off x="8483657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8"/>
          <p:cNvSpPr/>
          <p:nvPr/>
        </p:nvSpPr>
        <p:spPr>
          <a:xfrm>
            <a:off x="8483657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8"/>
          <p:cNvSpPr/>
          <p:nvPr/>
        </p:nvSpPr>
        <p:spPr>
          <a:xfrm>
            <a:off x="8483657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8"/>
          <p:cNvSpPr/>
          <p:nvPr/>
        </p:nvSpPr>
        <p:spPr>
          <a:xfrm>
            <a:off x="8483657" y="3485476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8"/>
          <p:cNvSpPr/>
          <p:nvPr/>
        </p:nvSpPr>
        <p:spPr>
          <a:xfrm>
            <a:off x="8483657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8"/>
          <p:cNvSpPr/>
          <p:nvPr/>
        </p:nvSpPr>
        <p:spPr>
          <a:xfrm>
            <a:off x="8483657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8"/>
          <p:cNvSpPr/>
          <p:nvPr/>
        </p:nvSpPr>
        <p:spPr>
          <a:xfrm>
            <a:off x="8483657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8"/>
          <p:cNvSpPr/>
          <p:nvPr/>
        </p:nvSpPr>
        <p:spPr>
          <a:xfrm>
            <a:off x="1812912" y="1258750"/>
            <a:ext cx="102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8"/>
          <p:cNvSpPr/>
          <p:nvPr/>
        </p:nvSpPr>
        <p:spPr>
          <a:xfrm>
            <a:off x="1954078" y="16137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8"/>
          <p:cNvSpPr/>
          <p:nvPr/>
        </p:nvSpPr>
        <p:spPr>
          <a:xfrm>
            <a:off x="1822713" y="1380799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8"/>
          <p:cNvSpPr/>
          <p:nvPr/>
        </p:nvSpPr>
        <p:spPr>
          <a:xfrm>
            <a:off x="1822713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8"/>
          <p:cNvSpPr/>
          <p:nvPr/>
        </p:nvSpPr>
        <p:spPr>
          <a:xfrm>
            <a:off x="1822713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8"/>
          <p:cNvSpPr/>
          <p:nvPr/>
        </p:nvSpPr>
        <p:spPr>
          <a:xfrm>
            <a:off x="1822713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8"/>
          <p:cNvSpPr/>
          <p:nvPr/>
        </p:nvSpPr>
        <p:spPr>
          <a:xfrm>
            <a:off x="1822713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8"/>
          <p:cNvSpPr/>
          <p:nvPr/>
        </p:nvSpPr>
        <p:spPr>
          <a:xfrm>
            <a:off x="1822713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8"/>
          <p:cNvSpPr/>
          <p:nvPr/>
        </p:nvSpPr>
        <p:spPr>
          <a:xfrm>
            <a:off x="1822713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8"/>
          <p:cNvSpPr/>
          <p:nvPr/>
        </p:nvSpPr>
        <p:spPr>
          <a:xfrm>
            <a:off x="1822713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8"/>
          <p:cNvSpPr/>
          <p:nvPr/>
        </p:nvSpPr>
        <p:spPr>
          <a:xfrm>
            <a:off x="8653185" y="28215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8"/>
          <p:cNvSpPr/>
          <p:nvPr/>
        </p:nvSpPr>
        <p:spPr>
          <a:xfrm>
            <a:off x="8653185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8"/>
          <p:cNvSpPr/>
          <p:nvPr/>
        </p:nvSpPr>
        <p:spPr>
          <a:xfrm>
            <a:off x="8653185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8"/>
          <p:cNvSpPr/>
          <p:nvPr/>
        </p:nvSpPr>
        <p:spPr>
          <a:xfrm>
            <a:off x="8653185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8"/>
          <p:cNvSpPr/>
          <p:nvPr/>
        </p:nvSpPr>
        <p:spPr>
          <a:xfrm>
            <a:off x="8653185" y="3485476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8"/>
          <p:cNvSpPr/>
          <p:nvPr/>
        </p:nvSpPr>
        <p:spPr>
          <a:xfrm>
            <a:off x="8653185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8"/>
          <p:cNvSpPr/>
          <p:nvPr/>
        </p:nvSpPr>
        <p:spPr>
          <a:xfrm>
            <a:off x="8653185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8"/>
          <p:cNvSpPr/>
          <p:nvPr/>
        </p:nvSpPr>
        <p:spPr>
          <a:xfrm>
            <a:off x="8653185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8"/>
          <p:cNvSpPr/>
          <p:nvPr/>
        </p:nvSpPr>
        <p:spPr>
          <a:xfrm>
            <a:off x="2000182" y="1258750"/>
            <a:ext cx="102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8"/>
          <p:cNvSpPr/>
          <p:nvPr/>
        </p:nvSpPr>
        <p:spPr>
          <a:xfrm>
            <a:off x="2178789" y="16137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8"/>
          <p:cNvSpPr/>
          <p:nvPr/>
        </p:nvSpPr>
        <p:spPr>
          <a:xfrm>
            <a:off x="1992241" y="1380799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8"/>
          <p:cNvSpPr/>
          <p:nvPr/>
        </p:nvSpPr>
        <p:spPr>
          <a:xfrm>
            <a:off x="1992241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8"/>
          <p:cNvSpPr/>
          <p:nvPr/>
        </p:nvSpPr>
        <p:spPr>
          <a:xfrm>
            <a:off x="1992241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8"/>
          <p:cNvSpPr/>
          <p:nvPr/>
        </p:nvSpPr>
        <p:spPr>
          <a:xfrm>
            <a:off x="1992241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8"/>
          <p:cNvSpPr/>
          <p:nvPr/>
        </p:nvSpPr>
        <p:spPr>
          <a:xfrm>
            <a:off x="1992241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8"/>
          <p:cNvSpPr/>
          <p:nvPr/>
        </p:nvSpPr>
        <p:spPr>
          <a:xfrm>
            <a:off x="1992241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8"/>
          <p:cNvSpPr/>
          <p:nvPr/>
        </p:nvSpPr>
        <p:spPr>
          <a:xfrm>
            <a:off x="1992241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8"/>
          <p:cNvSpPr/>
          <p:nvPr/>
        </p:nvSpPr>
        <p:spPr>
          <a:xfrm>
            <a:off x="1992241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8"/>
          <p:cNvSpPr/>
          <p:nvPr/>
        </p:nvSpPr>
        <p:spPr>
          <a:xfrm>
            <a:off x="8822713" y="28215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8"/>
          <p:cNvSpPr/>
          <p:nvPr/>
        </p:nvSpPr>
        <p:spPr>
          <a:xfrm>
            <a:off x="8822713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8"/>
          <p:cNvSpPr/>
          <p:nvPr/>
        </p:nvSpPr>
        <p:spPr>
          <a:xfrm>
            <a:off x="8822713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8"/>
          <p:cNvSpPr/>
          <p:nvPr/>
        </p:nvSpPr>
        <p:spPr>
          <a:xfrm>
            <a:off x="8822713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8"/>
          <p:cNvSpPr/>
          <p:nvPr/>
        </p:nvSpPr>
        <p:spPr>
          <a:xfrm>
            <a:off x="8822713" y="3485476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8822713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8"/>
          <p:cNvSpPr/>
          <p:nvPr/>
        </p:nvSpPr>
        <p:spPr>
          <a:xfrm>
            <a:off x="8822713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8"/>
          <p:cNvSpPr/>
          <p:nvPr/>
        </p:nvSpPr>
        <p:spPr>
          <a:xfrm>
            <a:off x="8822713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8"/>
          <p:cNvSpPr/>
          <p:nvPr/>
        </p:nvSpPr>
        <p:spPr>
          <a:xfrm>
            <a:off x="2187451" y="1258750"/>
            <a:ext cx="102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8"/>
          <p:cNvSpPr/>
          <p:nvPr/>
        </p:nvSpPr>
        <p:spPr>
          <a:xfrm>
            <a:off x="2403500" y="16137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8"/>
          <p:cNvSpPr/>
          <p:nvPr/>
        </p:nvSpPr>
        <p:spPr>
          <a:xfrm>
            <a:off x="2161769" y="1380799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8"/>
          <p:cNvSpPr/>
          <p:nvPr/>
        </p:nvSpPr>
        <p:spPr>
          <a:xfrm>
            <a:off x="2161769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8"/>
          <p:cNvSpPr/>
          <p:nvPr/>
        </p:nvSpPr>
        <p:spPr>
          <a:xfrm>
            <a:off x="2161769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8"/>
          <p:cNvSpPr/>
          <p:nvPr/>
        </p:nvSpPr>
        <p:spPr>
          <a:xfrm>
            <a:off x="2161769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8"/>
          <p:cNvSpPr/>
          <p:nvPr/>
        </p:nvSpPr>
        <p:spPr>
          <a:xfrm>
            <a:off x="2161769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8"/>
          <p:cNvSpPr/>
          <p:nvPr/>
        </p:nvSpPr>
        <p:spPr>
          <a:xfrm>
            <a:off x="2161769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8"/>
          <p:cNvSpPr/>
          <p:nvPr/>
        </p:nvSpPr>
        <p:spPr>
          <a:xfrm>
            <a:off x="2161769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8"/>
          <p:cNvSpPr/>
          <p:nvPr/>
        </p:nvSpPr>
        <p:spPr>
          <a:xfrm>
            <a:off x="2161769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8"/>
          <p:cNvSpPr/>
          <p:nvPr/>
        </p:nvSpPr>
        <p:spPr>
          <a:xfrm>
            <a:off x="8992241" y="28215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8"/>
          <p:cNvSpPr/>
          <p:nvPr/>
        </p:nvSpPr>
        <p:spPr>
          <a:xfrm>
            <a:off x="8992241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8"/>
          <p:cNvSpPr/>
          <p:nvPr/>
        </p:nvSpPr>
        <p:spPr>
          <a:xfrm>
            <a:off x="8992241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8"/>
          <p:cNvSpPr/>
          <p:nvPr/>
        </p:nvSpPr>
        <p:spPr>
          <a:xfrm>
            <a:off x="8992241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8"/>
          <p:cNvSpPr/>
          <p:nvPr/>
        </p:nvSpPr>
        <p:spPr>
          <a:xfrm>
            <a:off x="8992241" y="3485476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8"/>
          <p:cNvSpPr/>
          <p:nvPr/>
        </p:nvSpPr>
        <p:spPr>
          <a:xfrm>
            <a:off x="8992241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8"/>
          <p:cNvSpPr/>
          <p:nvPr/>
        </p:nvSpPr>
        <p:spPr>
          <a:xfrm>
            <a:off x="8992241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8"/>
          <p:cNvSpPr/>
          <p:nvPr/>
        </p:nvSpPr>
        <p:spPr>
          <a:xfrm>
            <a:off x="8992241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8"/>
          <p:cNvSpPr/>
          <p:nvPr/>
        </p:nvSpPr>
        <p:spPr>
          <a:xfrm>
            <a:off x="2374721" y="1258750"/>
            <a:ext cx="102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8"/>
          <p:cNvSpPr/>
          <p:nvPr/>
        </p:nvSpPr>
        <p:spPr>
          <a:xfrm>
            <a:off x="2628211" y="16137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8"/>
          <p:cNvSpPr/>
          <p:nvPr/>
        </p:nvSpPr>
        <p:spPr>
          <a:xfrm>
            <a:off x="2331297" y="1380799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8"/>
          <p:cNvSpPr/>
          <p:nvPr/>
        </p:nvSpPr>
        <p:spPr>
          <a:xfrm>
            <a:off x="2331297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8"/>
          <p:cNvSpPr/>
          <p:nvPr/>
        </p:nvSpPr>
        <p:spPr>
          <a:xfrm>
            <a:off x="2331297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8"/>
          <p:cNvSpPr/>
          <p:nvPr/>
        </p:nvSpPr>
        <p:spPr>
          <a:xfrm>
            <a:off x="2331297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8"/>
          <p:cNvSpPr/>
          <p:nvPr/>
        </p:nvSpPr>
        <p:spPr>
          <a:xfrm>
            <a:off x="2331297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8"/>
          <p:cNvSpPr/>
          <p:nvPr/>
        </p:nvSpPr>
        <p:spPr>
          <a:xfrm>
            <a:off x="2331297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8"/>
          <p:cNvSpPr/>
          <p:nvPr/>
        </p:nvSpPr>
        <p:spPr>
          <a:xfrm>
            <a:off x="2331297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8"/>
          <p:cNvSpPr/>
          <p:nvPr/>
        </p:nvSpPr>
        <p:spPr>
          <a:xfrm>
            <a:off x="2331297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8"/>
          <p:cNvSpPr/>
          <p:nvPr/>
        </p:nvSpPr>
        <p:spPr>
          <a:xfrm>
            <a:off x="9161769" y="28215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8"/>
          <p:cNvSpPr/>
          <p:nvPr/>
        </p:nvSpPr>
        <p:spPr>
          <a:xfrm>
            <a:off x="9161769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8"/>
          <p:cNvSpPr/>
          <p:nvPr/>
        </p:nvSpPr>
        <p:spPr>
          <a:xfrm>
            <a:off x="9161769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8"/>
          <p:cNvSpPr/>
          <p:nvPr/>
        </p:nvSpPr>
        <p:spPr>
          <a:xfrm>
            <a:off x="9161769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8"/>
          <p:cNvSpPr/>
          <p:nvPr/>
        </p:nvSpPr>
        <p:spPr>
          <a:xfrm>
            <a:off x="9161769" y="3485476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8"/>
          <p:cNvSpPr/>
          <p:nvPr/>
        </p:nvSpPr>
        <p:spPr>
          <a:xfrm>
            <a:off x="9161769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8"/>
          <p:cNvSpPr/>
          <p:nvPr/>
        </p:nvSpPr>
        <p:spPr>
          <a:xfrm>
            <a:off x="9161769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8"/>
          <p:cNvSpPr/>
          <p:nvPr/>
        </p:nvSpPr>
        <p:spPr>
          <a:xfrm>
            <a:off x="9161769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8"/>
          <p:cNvSpPr/>
          <p:nvPr/>
        </p:nvSpPr>
        <p:spPr>
          <a:xfrm>
            <a:off x="2561990" y="1258750"/>
            <a:ext cx="102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8"/>
          <p:cNvSpPr/>
          <p:nvPr/>
        </p:nvSpPr>
        <p:spPr>
          <a:xfrm>
            <a:off x="2852922" y="16137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8"/>
          <p:cNvSpPr/>
          <p:nvPr/>
        </p:nvSpPr>
        <p:spPr>
          <a:xfrm>
            <a:off x="2500825" y="1380799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8"/>
          <p:cNvSpPr/>
          <p:nvPr/>
        </p:nvSpPr>
        <p:spPr>
          <a:xfrm>
            <a:off x="2500825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8"/>
          <p:cNvSpPr/>
          <p:nvPr/>
        </p:nvSpPr>
        <p:spPr>
          <a:xfrm>
            <a:off x="2500825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8"/>
          <p:cNvSpPr/>
          <p:nvPr/>
        </p:nvSpPr>
        <p:spPr>
          <a:xfrm>
            <a:off x="2500825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8"/>
          <p:cNvSpPr/>
          <p:nvPr/>
        </p:nvSpPr>
        <p:spPr>
          <a:xfrm>
            <a:off x="2500825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8"/>
          <p:cNvSpPr/>
          <p:nvPr/>
        </p:nvSpPr>
        <p:spPr>
          <a:xfrm>
            <a:off x="2500825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8"/>
          <p:cNvSpPr/>
          <p:nvPr/>
        </p:nvSpPr>
        <p:spPr>
          <a:xfrm>
            <a:off x="2500825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8"/>
          <p:cNvSpPr/>
          <p:nvPr/>
        </p:nvSpPr>
        <p:spPr>
          <a:xfrm>
            <a:off x="2500825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8"/>
          <p:cNvSpPr/>
          <p:nvPr/>
        </p:nvSpPr>
        <p:spPr>
          <a:xfrm>
            <a:off x="9331297" y="28215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8"/>
          <p:cNvSpPr/>
          <p:nvPr/>
        </p:nvSpPr>
        <p:spPr>
          <a:xfrm>
            <a:off x="9331297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8"/>
          <p:cNvSpPr/>
          <p:nvPr/>
        </p:nvSpPr>
        <p:spPr>
          <a:xfrm>
            <a:off x="9331297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8"/>
          <p:cNvSpPr/>
          <p:nvPr/>
        </p:nvSpPr>
        <p:spPr>
          <a:xfrm>
            <a:off x="9331297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8"/>
          <p:cNvSpPr/>
          <p:nvPr/>
        </p:nvSpPr>
        <p:spPr>
          <a:xfrm>
            <a:off x="9331297" y="3485476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8"/>
          <p:cNvSpPr/>
          <p:nvPr/>
        </p:nvSpPr>
        <p:spPr>
          <a:xfrm>
            <a:off x="9331297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8"/>
          <p:cNvSpPr/>
          <p:nvPr/>
        </p:nvSpPr>
        <p:spPr>
          <a:xfrm>
            <a:off x="9331297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8"/>
          <p:cNvSpPr/>
          <p:nvPr/>
        </p:nvSpPr>
        <p:spPr>
          <a:xfrm>
            <a:off x="9331297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8"/>
          <p:cNvSpPr/>
          <p:nvPr/>
        </p:nvSpPr>
        <p:spPr>
          <a:xfrm>
            <a:off x="2749260" y="1258750"/>
            <a:ext cx="102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8"/>
          <p:cNvSpPr/>
          <p:nvPr/>
        </p:nvSpPr>
        <p:spPr>
          <a:xfrm>
            <a:off x="3077633" y="16137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8"/>
          <p:cNvSpPr/>
          <p:nvPr/>
        </p:nvSpPr>
        <p:spPr>
          <a:xfrm>
            <a:off x="2670353" y="1380799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8"/>
          <p:cNvSpPr/>
          <p:nvPr/>
        </p:nvSpPr>
        <p:spPr>
          <a:xfrm>
            <a:off x="2670353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8"/>
          <p:cNvSpPr/>
          <p:nvPr/>
        </p:nvSpPr>
        <p:spPr>
          <a:xfrm>
            <a:off x="2670353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8"/>
          <p:cNvSpPr/>
          <p:nvPr/>
        </p:nvSpPr>
        <p:spPr>
          <a:xfrm>
            <a:off x="2670353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8"/>
          <p:cNvSpPr/>
          <p:nvPr/>
        </p:nvSpPr>
        <p:spPr>
          <a:xfrm>
            <a:off x="2670353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8"/>
          <p:cNvSpPr/>
          <p:nvPr/>
        </p:nvSpPr>
        <p:spPr>
          <a:xfrm>
            <a:off x="2670353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8"/>
          <p:cNvSpPr/>
          <p:nvPr/>
        </p:nvSpPr>
        <p:spPr>
          <a:xfrm>
            <a:off x="2670353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8"/>
          <p:cNvSpPr/>
          <p:nvPr/>
        </p:nvSpPr>
        <p:spPr>
          <a:xfrm>
            <a:off x="2670353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8"/>
          <p:cNvSpPr/>
          <p:nvPr/>
        </p:nvSpPr>
        <p:spPr>
          <a:xfrm>
            <a:off x="9500825" y="28215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8"/>
          <p:cNvSpPr/>
          <p:nvPr/>
        </p:nvSpPr>
        <p:spPr>
          <a:xfrm>
            <a:off x="9500825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8"/>
          <p:cNvSpPr/>
          <p:nvPr/>
        </p:nvSpPr>
        <p:spPr>
          <a:xfrm>
            <a:off x="9500825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8"/>
          <p:cNvSpPr/>
          <p:nvPr/>
        </p:nvSpPr>
        <p:spPr>
          <a:xfrm>
            <a:off x="9500825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8"/>
          <p:cNvSpPr/>
          <p:nvPr/>
        </p:nvSpPr>
        <p:spPr>
          <a:xfrm>
            <a:off x="9500825" y="3485476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8"/>
          <p:cNvSpPr/>
          <p:nvPr/>
        </p:nvSpPr>
        <p:spPr>
          <a:xfrm>
            <a:off x="9500825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8"/>
          <p:cNvSpPr/>
          <p:nvPr/>
        </p:nvSpPr>
        <p:spPr>
          <a:xfrm>
            <a:off x="9500825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8"/>
          <p:cNvSpPr/>
          <p:nvPr/>
        </p:nvSpPr>
        <p:spPr>
          <a:xfrm>
            <a:off x="9500825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8"/>
          <p:cNvSpPr/>
          <p:nvPr/>
        </p:nvSpPr>
        <p:spPr>
          <a:xfrm>
            <a:off x="2936529" y="1258750"/>
            <a:ext cx="102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8"/>
          <p:cNvSpPr/>
          <p:nvPr/>
        </p:nvSpPr>
        <p:spPr>
          <a:xfrm>
            <a:off x="3302344" y="16137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8"/>
          <p:cNvSpPr/>
          <p:nvPr/>
        </p:nvSpPr>
        <p:spPr>
          <a:xfrm>
            <a:off x="2839881" y="1380799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8"/>
          <p:cNvSpPr/>
          <p:nvPr/>
        </p:nvSpPr>
        <p:spPr>
          <a:xfrm>
            <a:off x="2839881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8"/>
          <p:cNvSpPr/>
          <p:nvPr/>
        </p:nvSpPr>
        <p:spPr>
          <a:xfrm>
            <a:off x="2839881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8"/>
          <p:cNvSpPr/>
          <p:nvPr/>
        </p:nvSpPr>
        <p:spPr>
          <a:xfrm>
            <a:off x="2839881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8"/>
          <p:cNvSpPr/>
          <p:nvPr/>
        </p:nvSpPr>
        <p:spPr>
          <a:xfrm>
            <a:off x="2839881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8"/>
          <p:cNvSpPr/>
          <p:nvPr/>
        </p:nvSpPr>
        <p:spPr>
          <a:xfrm>
            <a:off x="2839881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8"/>
          <p:cNvSpPr/>
          <p:nvPr/>
        </p:nvSpPr>
        <p:spPr>
          <a:xfrm>
            <a:off x="2839881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8"/>
          <p:cNvSpPr/>
          <p:nvPr/>
        </p:nvSpPr>
        <p:spPr>
          <a:xfrm>
            <a:off x="2839881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8"/>
          <p:cNvSpPr/>
          <p:nvPr/>
        </p:nvSpPr>
        <p:spPr>
          <a:xfrm>
            <a:off x="9670352" y="28215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8"/>
          <p:cNvSpPr/>
          <p:nvPr/>
        </p:nvSpPr>
        <p:spPr>
          <a:xfrm>
            <a:off x="9670352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8"/>
          <p:cNvSpPr/>
          <p:nvPr/>
        </p:nvSpPr>
        <p:spPr>
          <a:xfrm>
            <a:off x="9670352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8"/>
          <p:cNvSpPr/>
          <p:nvPr/>
        </p:nvSpPr>
        <p:spPr>
          <a:xfrm>
            <a:off x="9670352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8"/>
          <p:cNvSpPr/>
          <p:nvPr/>
        </p:nvSpPr>
        <p:spPr>
          <a:xfrm>
            <a:off x="9670352" y="3485476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8"/>
          <p:cNvSpPr/>
          <p:nvPr/>
        </p:nvSpPr>
        <p:spPr>
          <a:xfrm>
            <a:off x="9670352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8"/>
          <p:cNvSpPr/>
          <p:nvPr/>
        </p:nvSpPr>
        <p:spPr>
          <a:xfrm>
            <a:off x="9670352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8"/>
          <p:cNvSpPr/>
          <p:nvPr/>
        </p:nvSpPr>
        <p:spPr>
          <a:xfrm>
            <a:off x="9670352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8"/>
          <p:cNvSpPr/>
          <p:nvPr/>
        </p:nvSpPr>
        <p:spPr>
          <a:xfrm>
            <a:off x="3123799" y="1258750"/>
            <a:ext cx="102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8"/>
          <p:cNvSpPr/>
          <p:nvPr/>
        </p:nvSpPr>
        <p:spPr>
          <a:xfrm>
            <a:off x="3527056" y="16137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8"/>
          <p:cNvSpPr/>
          <p:nvPr/>
        </p:nvSpPr>
        <p:spPr>
          <a:xfrm>
            <a:off x="3009409" y="1380799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8"/>
          <p:cNvSpPr/>
          <p:nvPr/>
        </p:nvSpPr>
        <p:spPr>
          <a:xfrm>
            <a:off x="3009409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8"/>
          <p:cNvSpPr/>
          <p:nvPr/>
        </p:nvSpPr>
        <p:spPr>
          <a:xfrm>
            <a:off x="3009409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8"/>
          <p:cNvSpPr/>
          <p:nvPr/>
        </p:nvSpPr>
        <p:spPr>
          <a:xfrm>
            <a:off x="3009409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8"/>
          <p:cNvSpPr/>
          <p:nvPr/>
        </p:nvSpPr>
        <p:spPr>
          <a:xfrm>
            <a:off x="3009409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8"/>
          <p:cNvSpPr/>
          <p:nvPr/>
        </p:nvSpPr>
        <p:spPr>
          <a:xfrm>
            <a:off x="3009409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8"/>
          <p:cNvSpPr/>
          <p:nvPr/>
        </p:nvSpPr>
        <p:spPr>
          <a:xfrm>
            <a:off x="3009409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8"/>
          <p:cNvSpPr/>
          <p:nvPr/>
        </p:nvSpPr>
        <p:spPr>
          <a:xfrm>
            <a:off x="3009409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8"/>
          <p:cNvSpPr/>
          <p:nvPr/>
        </p:nvSpPr>
        <p:spPr>
          <a:xfrm>
            <a:off x="9839880" y="28215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8"/>
          <p:cNvSpPr/>
          <p:nvPr/>
        </p:nvSpPr>
        <p:spPr>
          <a:xfrm>
            <a:off x="9839880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8"/>
          <p:cNvSpPr/>
          <p:nvPr/>
        </p:nvSpPr>
        <p:spPr>
          <a:xfrm>
            <a:off x="9839880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8"/>
          <p:cNvSpPr/>
          <p:nvPr/>
        </p:nvSpPr>
        <p:spPr>
          <a:xfrm>
            <a:off x="9839880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8"/>
          <p:cNvSpPr/>
          <p:nvPr/>
        </p:nvSpPr>
        <p:spPr>
          <a:xfrm>
            <a:off x="9839880" y="3485476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8"/>
          <p:cNvSpPr/>
          <p:nvPr/>
        </p:nvSpPr>
        <p:spPr>
          <a:xfrm>
            <a:off x="9839880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8"/>
          <p:cNvSpPr/>
          <p:nvPr/>
        </p:nvSpPr>
        <p:spPr>
          <a:xfrm>
            <a:off x="9839880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8"/>
          <p:cNvSpPr/>
          <p:nvPr/>
        </p:nvSpPr>
        <p:spPr>
          <a:xfrm>
            <a:off x="9839880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8"/>
          <p:cNvSpPr/>
          <p:nvPr/>
        </p:nvSpPr>
        <p:spPr>
          <a:xfrm>
            <a:off x="3311069" y="1258750"/>
            <a:ext cx="102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8"/>
          <p:cNvSpPr/>
          <p:nvPr/>
        </p:nvSpPr>
        <p:spPr>
          <a:xfrm>
            <a:off x="3751767" y="16137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8"/>
          <p:cNvSpPr/>
          <p:nvPr/>
        </p:nvSpPr>
        <p:spPr>
          <a:xfrm>
            <a:off x="3178937" y="1380799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8"/>
          <p:cNvSpPr/>
          <p:nvPr/>
        </p:nvSpPr>
        <p:spPr>
          <a:xfrm>
            <a:off x="3178937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8"/>
          <p:cNvSpPr/>
          <p:nvPr/>
        </p:nvSpPr>
        <p:spPr>
          <a:xfrm>
            <a:off x="3178937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8"/>
          <p:cNvSpPr/>
          <p:nvPr/>
        </p:nvSpPr>
        <p:spPr>
          <a:xfrm>
            <a:off x="3178937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8"/>
          <p:cNvSpPr/>
          <p:nvPr/>
        </p:nvSpPr>
        <p:spPr>
          <a:xfrm>
            <a:off x="3178937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8"/>
          <p:cNvSpPr/>
          <p:nvPr/>
        </p:nvSpPr>
        <p:spPr>
          <a:xfrm>
            <a:off x="3178937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8"/>
          <p:cNvSpPr/>
          <p:nvPr/>
        </p:nvSpPr>
        <p:spPr>
          <a:xfrm>
            <a:off x="3178937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8"/>
          <p:cNvSpPr/>
          <p:nvPr/>
        </p:nvSpPr>
        <p:spPr>
          <a:xfrm>
            <a:off x="3178937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8"/>
          <p:cNvSpPr/>
          <p:nvPr/>
        </p:nvSpPr>
        <p:spPr>
          <a:xfrm>
            <a:off x="10009408" y="28215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28"/>
          <p:cNvSpPr/>
          <p:nvPr/>
        </p:nvSpPr>
        <p:spPr>
          <a:xfrm>
            <a:off x="10009408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8"/>
          <p:cNvSpPr/>
          <p:nvPr/>
        </p:nvSpPr>
        <p:spPr>
          <a:xfrm>
            <a:off x="10009408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8"/>
          <p:cNvSpPr/>
          <p:nvPr/>
        </p:nvSpPr>
        <p:spPr>
          <a:xfrm>
            <a:off x="10009408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8"/>
          <p:cNvSpPr/>
          <p:nvPr/>
        </p:nvSpPr>
        <p:spPr>
          <a:xfrm>
            <a:off x="10009408" y="3485476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8"/>
          <p:cNvSpPr/>
          <p:nvPr/>
        </p:nvSpPr>
        <p:spPr>
          <a:xfrm>
            <a:off x="10009408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8"/>
          <p:cNvSpPr/>
          <p:nvPr/>
        </p:nvSpPr>
        <p:spPr>
          <a:xfrm>
            <a:off x="10009408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8"/>
          <p:cNvSpPr/>
          <p:nvPr/>
        </p:nvSpPr>
        <p:spPr>
          <a:xfrm>
            <a:off x="10009408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8"/>
          <p:cNvSpPr/>
          <p:nvPr/>
        </p:nvSpPr>
        <p:spPr>
          <a:xfrm>
            <a:off x="3498338" y="1258750"/>
            <a:ext cx="102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8"/>
          <p:cNvSpPr/>
          <p:nvPr/>
        </p:nvSpPr>
        <p:spPr>
          <a:xfrm>
            <a:off x="3976478" y="16137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28"/>
          <p:cNvSpPr/>
          <p:nvPr/>
        </p:nvSpPr>
        <p:spPr>
          <a:xfrm>
            <a:off x="3348464" y="1380799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8"/>
          <p:cNvSpPr/>
          <p:nvPr/>
        </p:nvSpPr>
        <p:spPr>
          <a:xfrm>
            <a:off x="3348464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8"/>
          <p:cNvSpPr/>
          <p:nvPr/>
        </p:nvSpPr>
        <p:spPr>
          <a:xfrm>
            <a:off x="3348464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8"/>
          <p:cNvSpPr/>
          <p:nvPr/>
        </p:nvSpPr>
        <p:spPr>
          <a:xfrm>
            <a:off x="3348464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8"/>
          <p:cNvSpPr/>
          <p:nvPr/>
        </p:nvSpPr>
        <p:spPr>
          <a:xfrm>
            <a:off x="3348464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8"/>
          <p:cNvSpPr/>
          <p:nvPr/>
        </p:nvSpPr>
        <p:spPr>
          <a:xfrm>
            <a:off x="3348464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8"/>
          <p:cNvSpPr/>
          <p:nvPr/>
        </p:nvSpPr>
        <p:spPr>
          <a:xfrm>
            <a:off x="3348464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8"/>
          <p:cNvSpPr/>
          <p:nvPr/>
        </p:nvSpPr>
        <p:spPr>
          <a:xfrm>
            <a:off x="3348464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8"/>
          <p:cNvSpPr/>
          <p:nvPr/>
        </p:nvSpPr>
        <p:spPr>
          <a:xfrm>
            <a:off x="10178936" y="28215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28"/>
          <p:cNvSpPr/>
          <p:nvPr/>
        </p:nvSpPr>
        <p:spPr>
          <a:xfrm>
            <a:off x="10178936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28"/>
          <p:cNvSpPr/>
          <p:nvPr/>
        </p:nvSpPr>
        <p:spPr>
          <a:xfrm>
            <a:off x="10178936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28"/>
          <p:cNvSpPr/>
          <p:nvPr/>
        </p:nvSpPr>
        <p:spPr>
          <a:xfrm>
            <a:off x="10178936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28"/>
          <p:cNvSpPr/>
          <p:nvPr/>
        </p:nvSpPr>
        <p:spPr>
          <a:xfrm>
            <a:off x="10178936" y="3485476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8"/>
          <p:cNvSpPr/>
          <p:nvPr/>
        </p:nvSpPr>
        <p:spPr>
          <a:xfrm>
            <a:off x="10178936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8"/>
          <p:cNvSpPr/>
          <p:nvPr/>
        </p:nvSpPr>
        <p:spPr>
          <a:xfrm>
            <a:off x="10178936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8"/>
          <p:cNvSpPr/>
          <p:nvPr/>
        </p:nvSpPr>
        <p:spPr>
          <a:xfrm>
            <a:off x="10178936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8"/>
          <p:cNvSpPr/>
          <p:nvPr/>
        </p:nvSpPr>
        <p:spPr>
          <a:xfrm>
            <a:off x="3685608" y="1258750"/>
            <a:ext cx="102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28"/>
          <p:cNvSpPr/>
          <p:nvPr/>
        </p:nvSpPr>
        <p:spPr>
          <a:xfrm>
            <a:off x="4201189" y="16137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28"/>
          <p:cNvSpPr/>
          <p:nvPr/>
        </p:nvSpPr>
        <p:spPr>
          <a:xfrm>
            <a:off x="3517992" y="1380799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28"/>
          <p:cNvSpPr/>
          <p:nvPr/>
        </p:nvSpPr>
        <p:spPr>
          <a:xfrm>
            <a:off x="3517992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8"/>
          <p:cNvSpPr/>
          <p:nvPr/>
        </p:nvSpPr>
        <p:spPr>
          <a:xfrm>
            <a:off x="3517992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8"/>
          <p:cNvSpPr/>
          <p:nvPr/>
        </p:nvSpPr>
        <p:spPr>
          <a:xfrm>
            <a:off x="3517992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28"/>
          <p:cNvSpPr/>
          <p:nvPr/>
        </p:nvSpPr>
        <p:spPr>
          <a:xfrm>
            <a:off x="3517992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8"/>
          <p:cNvSpPr/>
          <p:nvPr/>
        </p:nvSpPr>
        <p:spPr>
          <a:xfrm>
            <a:off x="3517992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28"/>
          <p:cNvSpPr/>
          <p:nvPr/>
        </p:nvSpPr>
        <p:spPr>
          <a:xfrm>
            <a:off x="3517992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8"/>
          <p:cNvSpPr/>
          <p:nvPr/>
        </p:nvSpPr>
        <p:spPr>
          <a:xfrm>
            <a:off x="3517992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8"/>
          <p:cNvSpPr/>
          <p:nvPr/>
        </p:nvSpPr>
        <p:spPr>
          <a:xfrm>
            <a:off x="10348464" y="28215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8"/>
          <p:cNvSpPr/>
          <p:nvPr/>
        </p:nvSpPr>
        <p:spPr>
          <a:xfrm>
            <a:off x="10348464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8"/>
          <p:cNvSpPr/>
          <p:nvPr/>
        </p:nvSpPr>
        <p:spPr>
          <a:xfrm>
            <a:off x="10348464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8"/>
          <p:cNvSpPr/>
          <p:nvPr/>
        </p:nvSpPr>
        <p:spPr>
          <a:xfrm>
            <a:off x="10348464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8"/>
          <p:cNvSpPr/>
          <p:nvPr/>
        </p:nvSpPr>
        <p:spPr>
          <a:xfrm>
            <a:off x="10348464" y="3485476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8"/>
          <p:cNvSpPr/>
          <p:nvPr/>
        </p:nvSpPr>
        <p:spPr>
          <a:xfrm>
            <a:off x="10348464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8"/>
          <p:cNvSpPr/>
          <p:nvPr/>
        </p:nvSpPr>
        <p:spPr>
          <a:xfrm>
            <a:off x="10348464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8"/>
          <p:cNvSpPr/>
          <p:nvPr/>
        </p:nvSpPr>
        <p:spPr>
          <a:xfrm>
            <a:off x="10348464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8"/>
          <p:cNvSpPr/>
          <p:nvPr/>
        </p:nvSpPr>
        <p:spPr>
          <a:xfrm>
            <a:off x="3872877" y="1258750"/>
            <a:ext cx="102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28"/>
          <p:cNvSpPr/>
          <p:nvPr/>
        </p:nvSpPr>
        <p:spPr>
          <a:xfrm>
            <a:off x="4425900" y="16137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8"/>
          <p:cNvSpPr/>
          <p:nvPr/>
        </p:nvSpPr>
        <p:spPr>
          <a:xfrm>
            <a:off x="3687520" y="1380799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8"/>
          <p:cNvSpPr/>
          <p:nvPr/>
        </p:nvSpPr>
        <p:spPr>
          <a:xfrm>
            <a:off x="3687520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8"/>
          <p:cNvSpPr/>
          <p:nvPr/>
        </p:nvSpPr>
        <p:spPr>
          <a:xfrm>
            <a:off x="3687520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8"/>
          <p:cNvSpPr/>
          <p:nvPr/>
        </p:nvSpPr>
        <p:spPr>
          <a:xfrm>
            <a:off x="3687520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8"/>
          <p:cNvSpPr/>
          <p:nvPr/>
        </p:nvSpPr>
        <p:spPr>
          <a:xfrm>
            <a:off x="3687520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8"/>
          <p:cNvSpPr/>
          <p:nvPr/>
        </p:nvSpPr>
        <p:spPr>
          <a:xfrm>
            <a:off x="3687520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8"/>
          <p:cNvSpPr/>
          <p:nvPr/>
        </p:nvSpPr>
        <p:spPr>
          <a:xfrm>
            <a:off x="3687520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28"/>
          <p:cNvSpPr/>
          <p:nvPr/>
        </p:nvSpPr>
        <p:spPr>
          <a:xfrm>
            <a:off x="3687520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8"/>
          <p:cNvSpPr/>
          <p:nvPr/>
        </p:nvSpPr>
        <p:spPr>
          <a:xfrm>
            <a:off x="10517992" y="28215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8"/>
          <p:cNvSpPr/>
          <p:nvPr/>
        </p:nvSpPr>
        <p:spPr>
          <a:xfrm>
            <a:off x="10517992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8"/>
          <p:cNvSpPr/>
          <p:nvPr/>
        </p:nvSpPr>
        <p:spPr>
          <a:xfrm>
            <a:off x="10517992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8"/>
          <p:cNvSpPr/>
          <p:nvPr/>
        </p:nvSpPr>
        <p:spPr>
          <a:xfrm>
            <a:off x="10517992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8"/>
          <p:cNvSpPr/>
          <p:nvPr/>
        </p:nvSpPr>
        <p:spPr>
          <a:xfrm>
            <a:off x="10517992" y="3485476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8"/>
          <p:cNvSpPr/>
          <p:nvPr/>
        </p:nvSpPr>
        <p:spPr>
          <a:xfrm>
            <a:off x="10517992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8"/>
          <p:cNvSpPr/>
          <p:nvPr/>
        </p:nvSpPr>
        <p:spPr>
          <a:xfrm>
            <a:off x="10517992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8"/>
          <p:cNvSpPr/>
          <p:nvPr/>
        </p:nvSpPr>
        <p:spPr>
          <a:xfrm>
            <a:off x="10517992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8"/>
          <p:cNvSpPr/>
          <p:nvPr/>
        </p:nvSpPr>
        <p:spPr>
          <a:xfrm>
            <a:off x="4060147" y="1258750"/>
            <a:ext cx="102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8"/>
          <p:cNvSpPr/>
          <p:nvPr/>
        </p:nvSpPr>
        <p:spPr>
          <a:xfrm>
            <a:off x="4650611" y="16137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8"/>
          <p:cNvSpPr/>
          <p:nvPr/>
        </p:nvSpPr>
        <p:spPr>
          <a:xfrm>
            <a:off x="3857048" y="1380799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8"/>
          <p:cNvSpPr/>
          <p:nvPr/>
        </p:nvSpPr>
        <p:spPr>
          <a:xfrm>
            <a:off x="3857048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8"/>
          <p:cNvSpPr/>
          <p:nvPr/>
        </p:nvSpPr>
        <p:spPr>
          <a:xfrm>
            <a:off x="3857048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28"/>
          <p:cNvSpPr/>
          <p:nvPr/>
        </p:nvSpPr>
        <p:spPr>
          <a:xfrm>
            <a:off x="3857048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8"/>
          <p:cNvSpPr/>
          <p:nvPr/>
        </p:nvSpPr>
        <p:spPr>
          <a:xfrm>
            <a:off x="3857048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8"/>
          <p:cNvSpPr/>
          <p:nvPr/>
        </p:nvSpPr>
        <p:spPr>
          <a:xfrm>
            <a:off x="3857048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8"/>
          <p:cNvSpPr/>
          <p:nvPr/>
        </p:nvSpPr>
        <p:spPr>
          <a:xfrm>
            <a:off x="3857048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8"/>
          <p:cNvSpPr/>
          <p:nvPr/>
        </p:nvSpPr>
        <p:spPr>
          <a:xfrm>
            <a:off x="3857048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8"/>
          <p:cNvSpPr/>
          <p:nvPr/>
        </p:nvSpPr>
        <p:spPr>
          <a:xfrm>
            <a:off x="10687520" y="28215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8"/>
          <p:cNvSpPr/>
          <p:nvPr/>
        </p:nvSpPr>
        <p:spPr>
          <a:xfrm>
            <a:off x="10687520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8"/>
          <p:cNvSpPr/>
          <p:nvPr/>
        </p:nvSpPr>
        <p:spPr>
          <a:xfrm>
            <a:off x="10687520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8"/>
          <p:cNvSpPr/>
          <p:nvPr/>
        </p:nvSpPr>
        <p:spPr>
          <a:xfrm>
            <a:off x="10687520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8"/>
          <p:cNvSpPr/>
          <p:nvPr/>
        </p:nvSpPr>
        <p:spPr>
          <a:xfrm>
            <a:off x="10687520" y="3485476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8"/>
          <p:cNvSpPr/>
          <p:nvPr/>
        </p:nvSpPr>
        <p:spPr>
          <a:xfrm>
            <a:off x="10687520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8"/>
          <p:cNvSpPr/>
          <p:nvPr/>
        </p:nvSpPr>
        <p:spPr>
          <a:xfrm>
            <a:off x="10687520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8"/>
          <p:cNvSpPr/>
          <p:nvPr/>
        </p:nvSpPr>
        <p:spPr>
          <a:xfrm>
            <a:off x="10687520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8"/>
          <p:cNvSpPr/>
          <p:nvPr/>
        </p:nvSpPr>
        <p:spPr>
          <a:xfrm>
            <a:off x="4247416" y="1258750"/>
            <a:ext cx="102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8"/>
          <p:cNvSpPr/>
          <p:nvPr/>
        </p:nvSpPr>
        <p:spPr>
          <a:xfrm>
            <a:off x="4875322" y="16137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8"/>
          <p:cNvSpPr/>
          <p:nvPr/>
        </p:nvSpPr>
        <p:spPr>
          <a:xfrm>
            <a:off x="4026576" y="1380799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8"/>
          <p:cNvSpPr/>
          <p:nvPr/>
        </p:nvSpPr>
        <p:spPr>
          <a:xfrm>
            <a:off x="4026576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8"/>
          <p:cNvSpPr/>
          <p:nvPr/>
        </p:nvSpPr>
        <p:spPr>
          <a:xfrm>
            <a:off x="4026576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8"/>
          <p:cNvSpPr/>
          <p:nvPr/>
        </p:nvSpPr>
        <p:spPr>
          <a:xfrm>
            <a:off x="4026576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8"/>
          <p:cNvSpPr/>
          <p:nvPr/>
        </p:nvSpPr>
        <p:spPr>
          <a:xfrm>
            <a:off x="4026576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8"/>
          <p:cNvSpPr/>
          <p:nvPr/>
        </p:nvSpPr>
        <p:spPr>
          <a:xfrm>
            <a:off x="4026576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8"/>
          <p:cNvSpPr/>
          <p:nvPr/>
        </p:nvSpPr>
        <p:spPr>
          <a:xfrm>
            <a:off x="4026576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8"/>
          <p:cNvSpPr/>
          <p:nvPr/>
        </p:nvSpPr>
        <p:spPr>
          <a:xfrm>
            <a:off x="4026576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8"/>
          <p:cNvSpPr/>
          <p:nvPr/>
        </p:nvSpPr>
        <p:spPr>
          <a:xfrm>
            <a:off x="10857048" y="28215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8"/>
          <p:cNvSpPr/>
          <p:nvPr/>
        </p:nvSpPr>
        <p:spPr>
          <a:xfrm>
            <a:off x="10857048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8"/>
          <p:cNvSpPr/>
          <p:nvPr/>
        </p:nvSpPr>
        <p:spPr>
          <a:xfrm>
            <a:off x="10857048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8"/>
          <p:cNvSpPr/>
          <p:nvPr/>
        </p:nvSpPr>
        <p:spPr>
          <a:xfrm>
            <a:off x="10857048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8"/>
          <p:cNvSpPr/>
          <p:nvPr/>
        </p:nvSpPr>
        <p:spPr>
          <a:xfrm>
            <a:off x="10857048" y="3485476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8"/>
          <p:cNvSpPr/>
          <p:nvPr/>
        </p:nvSpPr>
        <p:spPr>
          <a:xfrm>
            <a:off x="10857048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8"/>
          <p:cNvSpPr/>
          <p:nvPr/>
        </p:nvSpPr>
        <p:spPr>
          <a:xfrm>
            <a:off x="10857048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8"/>
          <p:cNvSpPr/>
          <p:nvPr/>
        </p:nvSpPr>
        <p:spPr>
          <a:xfrm>
            <a:off x="10857048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8"/>
          <p:cNvSpPr/>
          <p:nvPr/>
        </p:nvSpPr>
        <p:spPr>
          <a:xfrm>
            <a:off x="4434686" y="1258750"/>
            <a:ext cx="102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28"/>
          <p:cNvSpPr/>
          <p:nvPr/>
        </p:nvSpPr>
        <p:spPr>
          <a:xfrm>
            <a:off x="5100033" y="16137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28"/>
          <p:cNvSpPr/>
          <p:nvPr/>
        </p:nvSpPr>
        <p:spPr>
          <a:xfrm>
            <a:off x="4196104" y="1380799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28"/>
          <p:cNvSpPr/>
          <p:nvPr/>
        </p:nvSpPr>
        <p:spPr>
          <a:xfrm>
            <a:off x="4196104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8"/>
          <p:cNvSpPr/>
          <p:nvPr/>
        </p:nvSpPr>
        <p:spPr>
          <a:xfrm>
            <a:off x="4196104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28"/>
          <p:cNvSpPr/>
          <p:nvPr/>
        </p:nvSpPr>
        <p:spPr>
          <a:xfrm>
            <a:off x="4196104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28"/>
          <p:cNvSpPr/>
          <p:nvPr/>
        </p:nvSpPr>
        <p:spPr>
          <a:xfrm>
            <a:off x="4196104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8"/>
          <p:cNvSpPr/>
          <p:nvPr/>
        </p:nvSpPr>
        <p:spPr>
          <a:xfrm>
            <a:off x="4196104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8"/>
          <p:cNvSpPr/>
          <p:nvPr/>
        </p:nvSpPr>
        <p:spPr>
          <a:xfrm>
            <a:off x="4196104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8"/>
          <p:cNvSpPr/>
          <p:nvPr/>
        </p:nvSpPr>
        <p:spPr>
          <a:xfrm>
            <a:off x="4196104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8"/>
          <p:cNvSpPr/>
          <p:nvPr/>
        </p:nvSpPr>
        <p:spPr>
          <a:xfrm>
            <a:off x="11026575" y="28215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8"/>
          <p:cNvSpPr/>
          <p:nvPr/>
        </p:nvSpPr>
        <p:spPr>
          <a:xfrm>
            <a:off x="11026575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8"/>
          <p:cNvSpPr/>
          <p:nvPr/>
        </p:nvSpPr>
        <p:spPr>
          <a:xfrm>
            <a:off x="11026575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8"/>
          <p:cNvSpPr/>
          <p:nvPr/>
        </p:nvSpPr>
        <p:spPr>
          <a:xfrm>
            <a:off x="11026575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28"/>
          <p:cNvSpPr/>
          <p:nvPr/>
        </p:nvSpPr>
        <p:spPr>
          <a:xfrm>
            <a:off x="11026575" y="3485476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28"/>
          <p:cNvSpPr/>
          <p:nvPr/>
        </p:nvSpPr>
        <p:spPr>
          <a:xfrm>
            <a:off x="11026575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28"/>
          <p:cNvSpPr/>
          <p:nvPr/>
        </p:nvSpPr>
        <p:spPr>
          <a:xfrm>
            <a:off x="11026575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28"/>
          <p:cNvSpPr/>
          <p:nvPr/>
        </p:nvSpPr>
        <p:spPr>
          <a:xfrm>
            <a:off x="11026575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28"/>
          <p:cNvSpPr/>
          <p:nvPr/>
        </p:nvSpPr>
        <p:spPr>
          <a:xfrm>
            <a:off x="4621956" y="1258750"/>
            <a:ext cx="102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8"/>
          <p:cNvSpPr/>
          <p:nvPr/>
        </p:nvSpPr>
        <p:spPr>
          <a:xfrm>
            <a:off x="5324744" y="16137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8"/>
          <p:cNvSpPr/>
          <p:nvPr/>
        </p:nvSpPr>
        <p:spPr>
          <a:xfrm>
            <a:off x="4365632" y="1380799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8"/>
          <p:cNvSpPr/>
          <p:nvPr/>
        </p:nvSpPr>
        <p:spPr>
          <a:xfrm>
            <a:off x="4365632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8"/>
          <p:cNvSpPr/>
          <p:nvPr/>
        </p:nvSpPr>
        <p:spPr>
          <a:xfrm>
            <a:off x="4365632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8"/>
          <p:cNvSpPr/>
          <p:nvPr/>
        </p:nvSpPr>
        <p:spPr>
          <a:xfrm>
            <a:off x="4365632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8"/>
          <p:cNvSpPr/>
          <p:nvPr/>
        </p:nvSpPr>
        <p:spPr>
          <a:xfrm>
            <a:off x="4365632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8"/>
          <p:cNvSpPr/>
          <p:nvPr/>
        </p:nvSpPr>
        <p:spPr>
          <a:xfrm>
            <a:off x="4365632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28"/>
          <p:cNvSpPr/>
          <p:nvPr/>
        </p:nvSpPr>
        <p:spPr>
          <a:xfrm>
            <a:off x="4365632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28"/>
          <p:cNvSpPr/>
          <p:nvPr/>
        </p:nvSpPr>
        <p:spPr>
          <a:xfrm>
            <a:off x="4365632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28"/>
          <p:cNvSpPr/>
          <p:nvPr/>
        </p:nvSpPr>
        <p:spPr>
          <a:xfrm>
            <a:off x="11196103" y="28215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8"/>
          <p:cNvSpPr/>
          <p:nvPr/>
        </p:nvSpPr>
        <p:spPr>
          <a:xfrm>
            <a:off x="11196103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28"/>
          <p:cNvSpPr/>
          <p:nvPr/>
        </p:nvSpPr>
        <p:spPr>
          <a:xfrm>
            <a:off x="11196103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28"/>
          <p:cNvSpPr/>
          <p:nvPr/>
        </p:nvSpPr>
        <p:spPr>
          <a:xfrm>
            <a:off x="11196103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28"/>
          <p:cNvSpPr/>
          <p:nvPr/>
        </p:nvSpPr>
        <p:spPr>
          <a:xfrm>
            <a:off x="11196103" y="3485476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8"/>
          <p:cNvSpPr/>
          <p:nvPr/>
        </p:nvSpPr>
        <p:spPr>
          <a:xfrm>
            <a:off x="11196103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8"/>
          <p:cNvSpPr/>
          <p:nvPr/>
        </p:nvSpPr>
        <p:spPr>
          <a:xfrm>
            <a:off x="11196103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28"/>
          <p:cNvSpPr/>
          <p:nvPr/>
        </p:nvSpPr>
        <p:spPr>
          <a:xfrm>
            <a:off x="11196103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28"/>
          <p:cNvSpPr/>
          <p:nvPr/>
        </p:nvSpPr>
        <p:spPr>
          <a:xfrm>
            <a:off x="585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28"/>
          <p:cNvSpPr/>
          <p:nvPr/>
        </p:nvSpPr>
        <p:spPr>
          <a:xfrm>
            <a:off x="585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28"/>
          <p:cNvSpPr/>
          <p:nvPr/>
        </p:nvSpPr>
        <p:spPr>
          <a:xfrm>
            <a:off x="4535160" y="1380799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28"/>
          <p:cNvSpPr/>
          <p:nvPr/>
        </p:nvSpPr>
        <p:spPr>
          <a:xfrm>
            <a:off x="4535160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28"/>
          <p:cNvSpPr/>
          <p:nvPr/>
        </p:nvSpPr>
        <p:spPr>
          <a:xfrm>
            <a:off x="4535160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28"/>
          <p:cNvSpPr/>
          <p:nvPr/>
        </p:nvSpPr>
        <p:spPr>
          <a:xfrm>
            <a:off x="4535160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28"/>
          <p:cNvSpPr/>
          <p:nvPr/>
        </p:nvSpPr>
        <p:spPr>
          <a:xfrm>
            <a:off x="4535160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8"/>
          <p:cNvSpPr/>
          <p:nvPr/>
        </p:nvSpPr>
        <p:spPr>
          <a:xfrm>
            <a:off x="4535160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8"/>
          <p:cNvSpPr/>
          <p:nvPr/>
        </p:nvSpPr>
        <p:spPr>
          <a:xfrm>
            <a:off x="4535160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28"/>
          <p:cNvSpPr/>
          <p:nvPr/>
        </p:nvSpPr>
        <p:spPr>
          <a:xfrm>
            <a:off x="4535160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28"/>
          <p:cNvSpPr/>
          <p:nvPr/>
        </p:nvSpPr>
        <p:spPr>
          <a:xfrm>
            <a:off x="11365631" y="28215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8"/>
          <p:cNvSpPr/>
          <p:nvPr/>
        </p:nvSpPr>
        <p:spPr>
          <a:xfrm>
            <a:off x="11365631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8"/>
          <p:cNvSpPr/>
          <p:nvPr/>
        </p:nvSpPr>
        <p:spPr>
          <a:xfrm>
            <a:off x="11365631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28"/>
          <p:cNvSpPr/>
          <p:nvPr/>
        </p:nvSpPr>
        <p:spPr>
          <a:xfrm>
            <a:off x="11365631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28"/>
          <p:cNvSpPr/>
          <p:nvPr/>
        </p:nvSpPr>
        <p:spPr>
          <a:xfrm>
            <a:off x="11365631" y="3485476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28"/>
          <p:cNvSpPr/>
          <p:nvPr/>
        </p:nvSpPr>
        <p:spPr>
          <a:xfrm>
            <a:off x="11365631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28"/>
          <p:cNvSpPr/>
          <p:nvPr/>
        </p:nvSpPr>
        <p:spPr>
          <a:xfrm>
            <a:off x="11365631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28"/>
          <p:cNvSpPr/>
          <p:nvPr/>
        </p:nvSpPr>
        <p:spPr>
          <a:xfrm>
            <a:off x="11365631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8"/>
          <p:cNvSpPr/>
          <p:nvPr/>
        </p:nvSpPr>
        <p:spPr>
          <a:xfrm>
            <a:off x="607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28"/>
          <p:cNvSpPr/>
          <p:nvPr/>
        </p:nvSpPr>
        <p:spPr>
          <a:xfrm>
            <a:off x="607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28"/>
          <p:cNvSpPr/>
          <p:nvPr/>
        </p:nvSpPr>
        <p:spPr>
          <a:xfrm>
            <a:off x="4704687" y="1380799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28"/>
          <p:cNvSpPr/>
          <p:nvPr/>
        </p:nvSpPr>
        <p:spPr>
          <a:xfrm>
            <a:off x="4704687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8"/>
          <p:cNvSpPr/>
          <p:nvPr/>
        </p:nvSpPr>
        <p:spPr>
          <a:xfrm>
            <a:off x="4704687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8"/>
          <p:cNvSpPr/>
          <p:nvPr/>
        </p:nvSpPr>
        <p:spPr>
          <a:xfrm>
            <a:off x="4704687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8"/>
          <p:cNvSpPr/>
          <p:nvPr/>
        </p:nvSpPr>
        <p:spPr>
          <a:xfrm>
            <a:off x="4704687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8"/>
          <p:cNvSpPr/>
          <p:nvPr/>
        </p:nvSpPr>
        <p:spPr>
          <a:xfrm>
            <a:off x="4704687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28"/>
          <p:cNvSpPr/>
          <p:nvPr/>
        </p:nvSpPr>
        <p:spPr>
          <a:xfrm>
            <a:off x="4704687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28"/>
          <p:cNvSpPr/>
          <p:nvPr/>
        </p:nvSpPr>
        <p:spPr>
          <a:xfrm>
            <a:off x="4704687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28"/>
          <p:cNvSpPr/>
          <p:nvPr/>
        </p:nvSpPr>
        <p:spPr>
          <a:xfrm>
            <a:off x="11535159" y="28215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28"/>
          <p:cNvSpPr/>
          <p:nvPr/>
        </p:nvSpPr>
        <p:spPr>
          <a:xfrm>
            <a:off x="11535159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28"/>
          <p:cNvSpPr/>
          <p:nvPr/>
        </p:nvSpPr>
        <p:spPr>
          <a:xfrm>
            <a:off x="11535159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28"/>
          <p:cNvSpPr/>
          <p:nvPr/>
        </p:nvSpPr>
        <p:spPr>
          <a:xfrm>
            <a:off x="11535159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8"/>
          <p:cNvSpPr/>
          <p:nvPr/>
        </p:nvSpPr>
        <p:spPr>
          <a:xfrm>
            <a:off x="11535159" y="3485476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28"/>
          <p:cNvSpPr/>
          <p:nvPr/>
        </p:nvSpPr>
        <p:spPr>
          <a:xfrm>
            <a:off x="11535159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8"/>
          <p:cNvSpPr/>
          <p:nvPr/>
        </p:nvSpPr>
        <p:spPr>
          <a:xfrm>
            <a:off x="11535159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8"/>
          <p:cNvSpPr/>
          <p:nvPr/>
        </p:nvSpPr>
        <p:spPr>
          <a:xfrm>
            <a:off x="11535159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8"/>
          <p:cNvSpPr/>
          <p:nvPr/>
        </p:nvSpPr>
        <p:spPr>
          <a:xfrm>
            <a:off x="629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28"/>
          <p:cNvSpPr/>
          <p:nvPr/>
        </p:nvSpPr>
        <p:spPr>
          <a:xfrm>
            <a:off x="629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28"/>
          <p:cNvSpPr/>
          <p:nvPr/>
        </p:nvSpPr>
        <p:spPr>
          <a:xfrm>
            <a:off x="4874215" y="1380799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8"/>
          <p:cNvSpPr/>
          <p:nvPr/>
        </p:nvSpPr>
        <p:spPr>
          <a:xfrm>
            <a:off x="4874215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28"/>
          <p:cNvSpPr/>
          <p:nvPr/>
        </p:nvSpPr>
        <p:spPr>
          <a:xfrm>
            <a:off x="4874215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8"/>
          <p:cNvSpPr/>
          <p:nvPr/>
        </p:nvSpPr>
        <p:spPr>
          <a:xfrm>
            <a:off x="4874215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28"/>
          <p:cNvSpPr/>
          <p:nvPr/>
        </p:nvSpPr>
        <p:spPr>
          <a:xfrm>
            <a:off x="4874215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28"/>
          <p:cNvSpPr/>
          <p:nvPr/>
        </p:nvSpPr>
        <p:spPr>
          <a:xfrm>
            <a:off x="4874215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28"/>
          <p:cNvSpPr/>
          <p:nvPr/>
        </p:nvSpPr>
        <p:spPr>
          <a:xfrm>
            <a:off x="4874215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8"/>
          <p:cNvSpPr/>
          <p:nvPr/>
        </p:nvSpPr>
        <p:spPr>
          <a:xfrm>
            <a:off x="4874215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28"/>
          <p:cNvSpPr/>
          <p:nvPr/>
        </p:nvSpPr>
        <p:spPr>
          <a:xfrm>
            <a:off x="11704687" y="28215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28"/>
          <p:cNvSpPr/>
          <p:nvPr/>
        </p:nvSpPr>
        <p:spPr>
          <a:xfrm>
            <a:off x="11704687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28"/>
          <p:cNvSpPr/>
          <p:nvPr/>
        </p:nvSpPr>
        <p:spPr>
          <a:xfrm>
            <a:off x="11704687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28"/>
          <p:cNvSpPr/>
          <p:nvPr/>
        </p:nvSpPr>
        <p:spPr>
          <a:xfrm>
            <a:off x="11704687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28"/>
          <p:cNvSpPr/>
          <p:nvPr/>
        </p:nvSpPr>
        <p:spPr>
          <a:xfrm>
            <a:off x="11704687" y="3485476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28"/>
          <p:cNvSpPr/>
          <p:nvPr/>
        </p:nvSpPr>
        <p:spPr>
          <a:xfrm>
            <a:off x="11704687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28"/>
          <p:cNvSpPr/>
          <p:nvPr/>
        </p:nvSpPr>
        <p:spPr>
          <a:xfrm>
            <a:off x="11704687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28"/>
          <p:cNvSpPr/>
          <p:nvPr/>
        </p:nvSpPr>
        <p:spPr>
          <a:xfrm>
            <a:off x="11704687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28"/>
          <p:cNvSpPr/>
          <p:nvPr/>
        </p:nvSpPr>
        <p:spPr>
          <a:xfrm>
            <a:off x="651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28"/>
          <p:cNvSpPr/>
          <p:nvPr/>
        </p:nvSpPr>
        <p:spPr>
          <a:xfrm>
            <a:off x="651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8"/>
          <p:cNvSpPr/>
          <p:nvPr/>
        </p:nvSpPr>
        <p:spPr>
          <a:xfrm>
            <a:off x="5043743" y="1380799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28"/>
          <p:cNvSpPr/>
          <p:nvPr/>
        </p:nvSpPr>
        <p:spPr>
          <a:xfrm>
            <a:off x="5043743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28"/>
          <p:cNvSpPr/>
          <p:nvPr/>
        </p:nvSpPr>
        <p:spPr>
          <a:xfrm>
            <a:off x="5043743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28"/>
          <p:cNvSpPr/>
          <p:nvPr/>
        </p:nvSpPr>
        <p:spPr>
          <a:xfrm>
            <a:off x="5043743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8"/>
          <p:cNvSpPr/>
          <p:nvPr/>
        </p:nvSpPr>
        <p:spPr>
          <a:xfrm>
            <a:off x="5043743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8"/>
          <p:cNvSpPr/>
          <p:nvPr/>
        </p:nvSpPr>
        <p:spPr>
          <a:xfrm>
            <a:off x="5043743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28"/>
          <p:cNvSpPr/>
          <p:nvPr/>
        </p:nvSpPr>
        <p:spPr>
          <a:xfrm>
            <a:off x="5043743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28"/>
          <p:cNvSpPr/>
          <p:nvPr/>
        </p:nvSpPr>
        <p:spPr>
          <a:xfrm>
            <a:off x="5043743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28"/>
          <p:cNvSpPr/>
          <p:nvPr/>
        </p:nvSpPr>
        <p:spPr>
          <a:xfrm>
            <a:off x="11874215" y="28215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28"/>
          <p:cNvSpPr/>
          <p:nvPr/>
        </p:nvSpPr>
        <p:spPr>
          <a:xfrm>
            <a:off x="11874215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28"/>
          <p:cNvSpPr/>
          <p:nvPr/>
        </p:nvSpPr>
        <p:spPr>
          <a:xfrm>
            <a:off x="11874215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28"/>
          <p:cNvSpPr/>
          <p:nvPr/>
        </p:nvSpPr>
        <p:spPr>
          <a:xfrm>
            <a:off x="11874215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28"/>
          <p:cNvSpPr/>
          <p:nvPr/>
        </p:nvSpPr>
        <p:spPr>
          <a:xfrm>
            <a:off x="11874215" y="3485476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28"/>
          <p:cNvSpPr/>
          <p:nvPr/>
        </p:nvSpPr>
        <p:spPr>
          <a:xfrm>
            <a:off x="11874215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28"/>
          <p:cNvSpPr/>
          <p:nvPr/>
        </p:nvSpPr>
        <p:spPr>
          <a:xfrm>
            <a:off x="11874215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8"/>
          <p:cNvSpPr/>
          <p:nvPr/>
        </p:nvSpPr>
        <p:spPr>
          <a:xfrm>
            <a:off x="11874215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8"/>
          <p:cNvSpPr/>
          <p:nvPr/>
        </p:nvSpPr>
        <p:spPr>
          <a:xfrm>
            <a:off x="673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28"/>
          <p:cNvSpPr/>
          <p:nvPr/>
        </p:nvSpPr>
        <p:spPr>
          <a:xfrm>
            <a:off x="673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28"/>
          <p:cNvSpPr/>
          <p:nvPr/>
        </p:nvSpPr>
        <p:spPr>
          <a:xfrm>
            <a:off x="5213271" y="1380799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28"/>
          <p:cNvSpPr/>
          <p:nvPr/>
        </p:nvSpPr>
        <p:spPr>
          <a:xfrm>
            <a:off x="5213271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28"/>
          <p:cNvSpPr/>
          <p:nvPr/>
        </p:nvSpPr>
        <p:spPr>
          <a:xfrm>
            <a:off x="5213271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28"/>
          <p:cNvSpPr/>
          <p:nvPr/>
        </p:nvSpPr>
        <p:spPr>
          <a:xfrm>
            <a:off x="5213271" y="1615200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28"/>
          <p:cNvSpPr/>
          <p:nvPr/>
        </p:nvSpPr>
        <p:spPr>
          <a:xfrm>
            <a:off x="5213271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28"/>
          <p:cNvSpPr/>
          <p:nvPr/>
        </p:nvSpPr>
        <p:spPr>
          <a:xfrm>
            <a:off x="5213271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28"/>
          <p:cNvSpPr/>
          <p:nvPr/>
        </p:nvSpPr>
        <p:spPr>
          <a:xfrm>
            <a:off x="5213271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28"/>
          <p:cNvSpPr/>
          <p:nvPr/>
        </p:nvSpPr>
        <p:spPr>
          <a:xfrm>
            <a:off x="5213271" y="2917291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28"/>
          <p:cNvSpPr/>
          <p:nvPr/>
        </p:nvSpPr>
        <p:spPr>
          <a:xfrm>
            <a:off x="12043743" y="28215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28"/>
          <p:cNvSpPr/>
          <p:nvPr/>
        </p:nvSpPr>
        <p:spPr>
          <a:xfrm>
            <a:off x="12043743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28"/>
          <p:cNvSpPr/>
          <p:nvPr/>
        </p:nvSpPr>
        <p:spPr>
          <a:xfrm>
            <a:off x="12043743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28"/>
          <p:cNvSpPr/>
          <p:nvPr/>
        </p:nvSpPr>
        <p:spPr>
          <a:xfrm>
            <a:off x="12043743" y="313547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28"/>
          <p:cNvSpPr/>
          <p:nvPr/>
        </p:nvSpPr>
        <p:spPr>
          <a:xfrm>
            <a:off x="12043743" y="3485476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28"/>
          <p:cNvSpPr/>
          <p:nvPr/>
        </p:nvSpPr>
        <p:spPr>
          <a:xfrm>
            <a:off x="12043743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28"/>
          <p:cNvSpPr/>
          <p:nvPr/>
        </p:nvSpPr>
        <p:spPr>
          <a:xfrm>
            <a:off x="12043743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28"/>
          <p:cNvSpPr/>
          <p:nvPr/>
        </p:nvSpPr>
        <p:spPr>
          <a:xfrm>
            <a:off x="12043743" y="3839125"/>
            <a:ext cx="93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28"/>
          <p:cNvSpPr/>
          <p:nvPr/>
        </p:nvSpPr>
        <p:spPr>
          <a:xfrm>
            <a:off x="695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28"/>
          <p:cNvSpPr/>
          <p:nvPr/>
        </p:nvSpPr>
        <p:spPr>
          <a:xfrm>
            <a:off x="695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28"/>
          <p:cNvSpPr/>
          <p:nvPr/>
        </p:nvSpPr>
        <p:spPr>
          <a:xfrm>
            <a:off x="5686837" y="1002045"/>
            <a:ext cx="90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28"/>
          <p:cNvSpPr/>
          <p:nvPr/>
        </p:nvSpPr>
        <p:spPr>
          <a:xfrm>
            <a:off x="5686837" y="1168021"/>
            <a:ext cx="90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28"/>
          <p:cNvSpPr/>
          <p:nvPr/>
        </p:nvSpPr>
        <p:spPr>
          <a:xfrm>
            <a:off x="6602532" y="1334000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28"/>
          <p:cNvSpPr/>
          <p:nvPr/>
        </p:nvSpPr>
        <p:spPr>
          <a:xfrm>
            <a:off x="6602532" y="1615200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28"/>
          <p:cNvSpPr/>
          <p:nvPr/>
        </p:nvSpPr>
        <p:spPr>
          <a:xfrm>
            <a:off x="6602532" y="1615200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28"/>
          <p:cNvSpPr/>
          <p:nvPr/>
        </p:nvSpPr>
        <p:spPr>
          <a:xfrm>
            <a:off x="6602532" y="1615200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28"/>
          <p:cNvSpPr/>
          <p:nvPr/>
        </p:nvSpPr>
        <p:spPr>
          <a:xfrm>
            <a:off x="6602532" y="2596342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28"/>
          <p:cNvSpPr/>
          <p:nvPr/>
        </p:nvSpPr>
        <p:spPr>
          <a:xfrm>
            <a:off x="6602532" y="2917291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28"/>
          <p:cNvSpPr/>
          <p:nvPr/>
        </p:nvSpPr>
        <p:spPr>
          <a:xfrm>
            <a:off x="6602532" y="2917291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28"/>
          <p:cNvSpPr/>
          <p:nvPr/>
        </p:nvSpPr>
        <p:spPr>
          <a:xfrm>
            <a:off x="6602532" y="2917291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28"/>
          <p:cNvSpPr/>
          <p:nvPr/>
        </p:nvSpPr>
        <p:spPr>
          <a:xfrm>
            <a:off x="13433004" y="2774776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28"/>
          <p:cNvSpPr/>
          <p:nvPr/>
        </p:nvSpPr>
        <p:spPr>
          <a:xfrm>
            <a:off x="13433004" y="2940751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28"/>
          <p:cNvSpPr/>
          <p:nvPr/>
        </p:nvSpPr>
        <p:spPr>
          <a:xfrm>
            <a:off x="13433004" y="3106726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28"/>
          <p:cNvSpPr/>
          <p:nvPr/>
        </p:nvSpPr>
        <p:spPr>
          <a:xfrm>
            <a:off x="13433004" y="3272701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28"/>
          <p:cNvSpPr/>
          <p:nvPr/>
        </p:nvSpPr>
        <p:spPr>
          <a:xfrm>
            <a:off x="13433004" y="3438676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28"/>
          <p:cNvSpPr/>
          <p:nvPr/>
        </p:nvSpPr>
        <p:spPr>
          <a:xfrm>
            <a:off x="13433004" y="3604652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28"/>
          <p:cNvSpPr/>
          <p:nvPr/>
        </p:nvSpPr>
        <p:spPr>
          <a:xfrm>
            <a:off x="717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28"/>
          <p:cNvSpPr/>
          <p:nvPr/>
        </p:nvSpPr>
        <p:spPr>
          <a:xfrm>
            <a:off x="717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28"/>
          <p:cNvSpPr/>
          <p:nvPr/>
        </p:nvSpPr>
        <p:spPr>
          <a:xfrm>
            <a:off x="5852811" y="1002045"/>
            <a:ext cx="90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28"/>
          <p:cNvSpPr/>
          <p:nvPr/>
        </p:nvSpPr>
        <p:spPr>
          <a:xfrm>
            <a:off x="5852811" y="1168021"/>
            <a:ext cx="90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28"/>
          <p:cNvSpPr/>
          <p:nvPr/>
        </p:nvSpPr>
        <p:spPr>
          <a:xfrm>
            <a:off x="6801690" y="1334000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28"/>
          <p:cNvSpPr/>
          <p:nvPr/>
        </p:nvSpPr>
        <p:spPr>
          <a:xfrm>
            <a:off x="6801690" y="1615200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28"/>
          <p:cNvSpPr/>
          <p:nvPr/>
        </p:nvSpPr>
        <p:spPr>
          <a:xfrm>
            <a:off x="6801690" y="1615200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28"/>
          <p:cNvSpPr/>
          <p:nvPr/>
        </p:nvSpPr>
        <p:spPr>
          <a:xfrm>
            <a:off x="6801690" y="1615200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28"/>
          <p:cNvSpPr/>
          <p:nvPr/>
        </p:nvSpPr>
        <p:spPr>
          <a:xfrm>
            <a:off x="6801690" y="2596342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28"/>
          <p:cNvSpPr/>
          <p:nvPr/>
        </p:nvSpPr>
        <p:spPr>
          <a:xfrm>
            <a:off x="6801690" y="2917291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28"/>
          <p:cNvSpPr/>
          <p:nvPr/>
        </p:nvSpPr>
        <p:spPr>
          <a:xfrm>
            <a:off x="6801690" y="2917291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28"/>
          <p:cNvSpPr/>
          <p:nvPr/>
        </p:nvSpPr>
        <p:spPr>
          <a:xfrm>
            <a:off x="6801690" y="2917291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28"/>
          <p:cNvSpPr/>
          <p:nvPr/>
        </p:nvSpPr>
        <p:spPr>
          <a:xfrm>
            <a:off x="13632161" y="2774776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28"/>
          <p:cNvSpPr/>
          <p:nvPr/>
        </p:nvSpPr>
        <p:spPr>
          <a:xfrm>
            <a:off x="13632161" y="2940751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28"/>
          <p:cNvSpPr/>
          <p:nvPr/>
        </p:nvSpPr>
        <p:spPr>
          <a:xfrm>
            <a:off x="13632161" y="3106726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28"/>
          <p:cNvSpPr/>
          <p:nvPr/>
        </p:nvSpPr>
        <p:spPr>
          <a:xfrm>
            <a:off x="13632161" y="3272701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28"/>
          <p:cNvSpPr/>
          <p:nvPr/>
        </p:nvSpPr>
        <p:spPr>
          <a:xfrm>
            <a:off x="13632161" y="3438676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28"/>
          <p:cNvSpPr/>
          <p:nvPr/>
        </p:nvSpPr>
        <p:spPr>
          <a:xfrm>
            <a:off x="13632161" y="3604652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28"/>
          <p:cNvSpPr/>
          <p:nvPr/>
        </p:nvSpPr>
        <p:spPr>
          <a:xfrm>
            <a:off x="739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28"/>
          <p:cNvSpPr/>
          <p:nvPr/>
        </p:nvSpPr>
        <p:spPr>
          <a:xfrm>
            <a:off x="739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28"/>
          <p:cNvSpPr/>
          <p:nvPr/>
        </p:nvSpPr>
        <p:spPr>
          <a:xfrm>
            <a:off x="6018785" y="1002045"/>
            <a:ext cx="90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28"/>
          <p:cNvSpPr/>
          <p:nvPr/>
        </p:nvSpPr>
        <p:spPr>
          <a:xfrm>
            <a:off x="6018785" y="1168021"/>
            <a:ext cx="90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28"/>
          <p:cNvSpPr/>
          <p:nvPr/>
        </p:nvSpPr>
        <p:spPr>
          <a:xfrm>
            <a:off x="7000847" y="1334000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28"/>
          <p:cNvSpPr/>
          <p:nvPr/>
        </p:nvSpPr>
        <p:spPr>
          <a:xfrm>
            <a:off x="7000847" y="1615200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28"/>
          <p:cNvSpPr/>
          <p:nvPr/>
        </p:nvSpPr>
        <p:spPr>
          <a:xfrm>
            <a:off x="7000847" y="1615200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28"/>
          <p:cNvSpPr/>
          <p:nvPr/>
        </p:nvSpPr>
        <p:spPr>
          <a:xfrm>
            <a:off x="7000847" y="1615200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28"/>
          <p:cNvSpPr/>
          <p:nvPr/>
        </p:nvSpPr>
        <p:spPr>
          <a:xfrm>
            <a:off x="7000847" y="2596342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28"/>
          <p:cNvSpPr/>
          <p:nvPr/>
        </p:nvSpPr>
        <p:spPr>
          <a:xfrm>
            <a:off x="7000847" y="2917291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28"/>
          <p:cNvSpPr/>
          <p:nvPr/>
        </p:nvSpPr>
        <p:spPr>
          <a:xfrm>
            <a:off x="7000847" y="2917291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28"/>
          <p:cNvSpPr/>
          <p:nvPr/>
        </p:nvSpPr>
        <p:spPr>
          <a:xfrm>
            <a:off x="7000847" y="2917291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28"/>
          <p:cNvSpPr/>
          <p:nvPr/>
        </p:nvSpPr>
        <p:spPr>
          <a:xfrm>
            <a:off x="13831319" y="2774776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28"/>
          <p:cNvSpPr/>
          <p:nvPr/>
        </p:nvSpPr>
        <p:spPr>
          <a:xfrm>
            <a:off x="13831319" y="2940751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28"/>
          <p:cNvSpPr/>
          <p:nvPr/>
        </p:nvSpPr>
        <p:spPr>
          <a:xfrm>
            <a:off x="13831319" y="3106726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28"/>
          <p:cNvSpPr/>
          <p:nvPr/>
        </p:nvSpPr>
        <p:spPr>
          <a:xfrm>
            <a:off x="13831319" y="3272701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28"/>
          <p:cNvSpPr/>
          <p:nvPr/>
        </p:nvSpPr>
        <p:spPr>
          <a:xfrm>
            <a:off x="13831319" y="3438676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28"/>
          <p:cNvSpPr/>
          <p:nvPr/>
        </p:nvSpPr>
        <p:spPr>
          <a:xfrm>
            <a:off x="13831319" y="3604652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28"/>
          <p:cNvSpPr/>
          <p:nvPr/>
        </p:nvSpPr>
        <p:spPr>
          <a:xfrm>
            <a:off x="761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28"/>
          <p:cNvSpPr/>
          <p:nvPr/>
        </p:nvSpPr>
        <p:spPr>
          <a:xfrm>
            <a:off x="761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28"/>
          <p:cNvSpPr/>
          <p:nvPr/>
        </p:nvSpPr>
        <p:spPr>
          <a:xfrm>
            <a:off x="6184758" y="1002045"/>
            <a:ext cx="90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28"/>
          <p:cNvSpPr/>
          <p:nvPr/>
        </p:nvSpPr>
        <p:spPr>
          <a:xfrm>
            <a:off x="6184758" y="1168021"/>
            <a:ext cx="90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28"/>
          <p:cNvSpPr/>
          <p:nvPr/>
        </p:nvSpPr>
        <p:spPr>
          <a:xfrm>
            <a:off x="7200005" y="1334000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28"/>
          <p:cNvSpPr/>
          <p:nvPr/>
        </p:nvSpPr>
        <p:spPr>
          <a:xfrm>
            <a:off x="7200005" y="1615200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28"/>
          <p:cNvSpPr/>
          <p:nvPr/>
        </p:nvSpPr>
        <p:spPr>
          <a:xfrm>
            <a:off x="7200005" y="1615200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28"/>
          <p:cNvSpPr/>
          <p:nvPr/>
        </p:nvSpPr>
        <p:spPr>
          <a:xfrm>
            <a:off x="7200005" y="1615200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28"/>
          <p:cNvSpPr/>
          <p:nvPr/>
        </p:nvSpPr>
        <p:spPr>
          <a:xfrm>
            <a:off x="7200005" y="2596342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28"/>
          <p:cNvSpPr/>
          <p:nvPr/>
        </p:nvSpPr>
        <p:spPr>
          <a:xfrm>
            <a:off x="7200005" y="2762317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28"/>
          <p:cNvSpPr/>
          <p:nvPr/>
        </p:nvSpPr>
        <p:spPr>
          <a:xfrm>
            <a:off x="7200005" y="2928292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28"/>
          <p:cNvSpPr/>
          <p:nvPr/>
        </p:nvSpPr>
        <p:spPr>
          <a:xfrm>
            <a:off x="7200005" y="3094267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28"/>
          <p:cNvSpPr/>
          <p:nvPr/>
        </p:nvSpPr>
        <p:spPr>
          <a:xfrm>
            <a:off x="14030476" y="2774776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28"/>
          <p:cNvSpPr/>
          <p:nvPr/>
        </p:nvSpPr>
        <p:spPr>
          <a:xfrm>
            <a:off x="14030476" y="2940751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28"/>
          <p:cNvSpPr/>
          <p:nvPr/>
        </p:nvSpPr>
        <p:spPr>
          <a:xfrm>
            <a:off x="14030476" y="3106726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28"/>
          <p:cNvSpPr/>
          <p:nvPr/>
        </p:nvSpPr>
        <p:spPr>
          <a:xfrm>
            <a:off x="14030476" y="3272701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28"/>
          <p:cNvSpPr/>
          <p:nvPr/>
        </p:nvSpPr>
        <p:spPr>
          <a:xfrm>
            <a:off x="14030476" y="3438676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28"/>
          <p:cNvSpPr/>
          <p:nvPr/>
        </p:nvSpPr>
        <p:spPr>
          <a:xfrm>
            <a:off x="14030476" y="3604652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28"/>
          <p:cNvSpPr/>
          <p:nvPr/>
        </p:nvSpPr>
        <p:spPr>
          <a:xfrm>
            <a:off x="6350732" y="1002045"/>
            <a:ext cx="90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28"/>
          <p:cNvSpPr/>
          <p:nvPr/>
        </p:nvSpPr>
        <p:spPr>
          <a:xfrm>
            <a:off x="6350732" y="1168021"/>
            <a:ext cx="90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28"/>
          <p:cNvSpPr/>
          <p:nvPr/>
        </p:nvSpPr>
        <p:spPr>
          <a:xfrm>
            <a:off x="7399162" y="1334000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28"/>
          <p:cNvSpPr/>
          <p:nvPr/>
        </p:nvSpPr>
        <p:spPr>
          <a:xfrm>
            <a:off x="7399162" y="1615200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28"/>
          <p:cNvSpPr/>
          <p:nvPr/>
        </p:nvSpPr>
        <p:spPr>
          <a:xfrm>
            <a:off x="7399162" y="1615200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28"/>
          <p:cNvSpPr/>
          <p:nvPr/>
        </p:nvSpPr>
        <p:spPr>
          <a:xfrm>
            <a:off x="7399162" y="1615200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28"/>
          <p:cNvSpPr/>
          <p:nvPr/>
        </p:nvSpPr>
        <p:spPr>
          <a:xfrm>
            <a:off x="7399162" y="2596342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28"/>
          <p:cNvSpPr/>
          <p:nvPr/>
        </p:nvSpPr>
        <p:spPr>
          <a:xfrm>
            <a:off x="7399162" y="2762317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28"/>
          <p:cNvSpPr/>
          <p:nvPr/>
        </p:nvSpPr>
        <p:spPr>
          <a:xfrm>
            <a:off x="7399162" y="2928292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28"/>
          <p:cNvSpPr/>
          <p:nvPr/>
        </p:nvSpPr>
        <p:spPr>
          <a:xfrm>
            <a:off x="7399162" y="3094267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28"/>
          <p:cNvSpPr/>
          <p:nvPr/>
        </p:nvSpPr>
        <p:spPr>
          <a:xfrm>
            <a:off x="14229634" y="2774776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28"/>
          <p:cNvSpPr/>
          <p:nvPr/>
        </p:nvSpPr>
        <p:spPr>
          <a:xfrm>
            <a:off x="14229634" y="2940751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28"/>
          <p:cNvSpPr/>
          <p:nvPr/>
        </p:nvSpPr>
        <p:spPr>
          <a:xfrm>
            <a:off x="14229634" y="3106726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28"/>
          <p:cNvSpPr/>
          <p:nvPr/>
        </p:nvSpPr>
        <p:spPr>
          <a:xfrm>
            <a:off x="14229634" y="3272701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28"/>
          <p:cNvSpPr/>
          <p:nvPr/>
        </p:nvSpPr>
        <p:spPr>
          <a:xfrm>
            <a:off x="14229634" y="3438676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28"/>
          <p:cNvSpPr/>
          <p:nvPr/>
        </p:nvSpPr>
        <p:spPr>
          <a:xfrm>
            <a:off x="14229634" y="3604652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28"/>
          <p:cNvSpPr/>
          <p:nvPr/>
        </p:nvSpPr>
        <p:spPr>
          <a:xfrm>
            <a:off x="6516706" y="1002045"/>
            <a:ext cx="90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28"/>
          <p:cNvSpPr/>
          <p:nvPr/>
        </p:nvSpPr>
        <p:spPr>
          <a:xfrm>
            <a:off x="6516706" y="1168021"/>
            <a:ext cx="90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28"/>
          <p:cNvSpPr/>
          <p:nvPr/>
        </p:nvSpPr>
        <p:spPr>
          <a:xfrm>
            <a:off x="7598320" y="1334000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28"/>
          <p:cNvSpPr/>
          <p:nvPr/>
        </p:nvSpPr>
        <p:spPr>
          <a:xfrm>
            <a:off x="7598320" y="1615200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28"/>
          <p:cNvSpPr/>
          <p:nvPr/>
        </p:nvSpPr>
        <p:spPr>
          <a:xfrm>
            <a:off x="7598320" y="1615200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28"/>
          <p:cNvSpPr/>
          <p:nvPr/>
        </p:nvSpPr>
        <p:spPr>
          <a:xfrm>
            <a:off x="7598320" y="1615200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28"/>
          <p:cNvSpPr/>
          <p:nvPr/>
        </p:nvSpPr>
        <p:spPr>
          <a:xfrm>
            <a:off x="7598320" y="2596342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28"/>
          <p:cNvSpPr/>
          <p:nvPr/>
        </p:nvSpPr>
        <p:spPr>
          <a:xfrm>
            <a:off x="7598320" y="2762317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28"/>
          <p:cNvSpPr/>
          <p:nvPr/>
        </p:nvSpPr>
        <p:spPr>
          <a:xfrm>
            <a:off x="7598320" y="2928292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28"/>
          <p:cNvSpPr/>
          <p:nvPr/>
        </p:nvSpPr>
        <p:spPr>
          <a:xfrm>
            <a:off x="7598320" y="3094267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28"/>
          <p:cNvSpPr/>
          <p:nvPr/>
        </p:nvSpPr>
        <p:spPr>
          <a:xfrm>
            <a:off x="14428791" y="2774776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28"/>
          <p:cNvSpPr/>
          <p:nvPr/>
        </p:nvSpPr>
        <p:spPr>
          <a:xfrm>
            <a:off x="14428791" y="2940751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28"/>
          <p:cNvSpPr/>
          <p:nvPr/>
        </p:nvSpPr>
        <p:spPr>
          <a:xfrm>
            <a:off x="14428791" y="3106726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28"/>
          <p:cNvSpPr/>
          <p:nvPr/>
        </p:nvSpPr>
        <p:spPr>
          <a:xfrm>
            <a:off x="14428791" y="3272701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28"/>
          <p:cNvSpPr/>
          <p:nvPr/>
        </p:nvSpPr>
        <p:spPr>
          <a:xfrm>
            <a:off x="14428791" y="3438676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28"/>
          <p:cNvSpPr/>
          <p:nvPr/>
        </p:nvSpPr>
        <p:spPr>
          <a:xfrm>
            <a:off x="14428791" y="3604652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28"/>
          <p:cNvSpPr/>
          <p:nvPr/>
        </p:nvSpPr>
        <p:spPr>
          <a:xfrm>
            <a:off x="6682680" y="1002045"/>
            <a:ext cx="90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28"/>
          <p:cNvSpPr/>
          <p:nvPr/>
        </p:nvSpPr>
        <p:spPr>
          <a:xfrm>
            <a:off x="6682680" y="1168021"/>
            <a:ext cx="90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28"/>
          <p:cNvSpPr/>
          <p:nvPr/>
        </p:nvSpPr>
        <p:spPr>
          <a:xfrm>
            <a:off x="7797477" y="1334000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28"/>
          <p:cNvSpPr/>
          <p:nvPr/>
        </p:nvSpPr>
        <p:spPr>
          <a:xfrm>
            <a:off x="7797477" y="1499975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28"/>
          <p:cNvSpPr/>
          <p:nvPr/>
        </p:nvSpPr>
        <p:spPr>
          <a:xfrm>
            <a:off x="7797477" y="1665950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28"/>
          <p:cNvSpPr/>
          <p:nvPr/>
        </p:nvSpPr>
        <p:spPr>
          <a:xfrm>
            <a:off x="7797477" y="1831925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28"/>
          <p:cNvSpPr/>
          <p:nvPr/>
        </p:nvSpPr>
        <p:spPr>
          <a:xfrm>
            <a:off x="7797477" y="2596342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28"/>
          <p:cNvSpPr/>
          <p:nvPr/>
        </p:nvSpPr>
        <p:spPr>
          <a:xfrm>
            <a:off x="7797477" y="2762317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28"/>
          <p:cNvSpPr/>
          <p:nvPr/>
        </p:nvSpPr>
        <p:spPr>
          <a:xfrm>
            <a:off x="7797477" y="2928292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28"/>
          <p:cNvSpPr/>
          <p:nvPr/>
        </p:nvSpPr>
        <p:spPr>
          <a:xfrm>
            <a:off x="7797477" y="3094267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28"/>
          <p:cNvSpPr/>
          <p:nvPr/>
        </p:nvSpPr>
        <p:spPr>
          <a:xfrm>
            <a:off x="14627949" y="2774776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28"/>
          <p:cNvSpPr/>
          <p:nvPr/>
        </p:nvSpPr>
        <p:spPr>
          <a:xfrm>
            <a:off x="14627949" y="2940751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28"/>
          <p:cNvSpPr/>
          <p:nvPr/>
        </p:nvSpPr>
        <p:spPr>
          <a:xfrm>
            <a:off x="14627949" y="3106726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28"/>
          <p:cNvSpPr/>
          <p:nvPr/>
        </p:nvSpPr>
        <p:spPr>
          <a:xfrm>
            <a:off x="14627949" y="3272701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28"/>
          <p:cNvSpPr/>
          <p:nvPr/>
        </p:nvSpPr>
        <p:spPr>
          <a:xfrm>
            <a:off x="14627949" y="3438676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28"/>
          <p:cNvSpPr/>
          <p:nvPr/>
        </p:nvSpPr>
        <p:spPr>
          <a:xfrm>
            <a:off x="14627949" y="3604652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28"/>
          <p:cNvSpPr/>
          <p:nvPr/>
        </p:nvSpPr>
        <p:spPr>
          <a:xfrm>
            <a:off x="6848653" y="1002045"/>
            <a:ext cx="90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28"/>
          <p:cNvSpPr/>
          <p:nvPr/>
        </p:nvSpPr>
        <p:spPr>
          <a:xfrm>
            <a:off x="6848653" y="1168021"/>
            <a:ext cx="90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28"/>
          <p:cNvSpPr/>
          <p:nvPr/>
        </p:nvSpPr>
        <p:spPr>
          <a:xfrm>
            <a:off x="7996635" y="1334000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28"/>
          <p:cNvSpPr/>
          <p:nvPr/>
        </p:nvSpPr>
        <p:spPr>
          <a:xfrm>
            <a:off x="7996635" y="1499975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28"/>
          <p:cNvSpPr/>
          <p:nvPr/>
        </p:nvSpPr>
        <p:spPr>
          <a:xfrm>
            <a:off x="7996635" y="1665950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28"/>
          <p:cNvSpPr/>
          <p:nvPr/>
        </p:nvSpPr>
        <p:spPr>
          <a:xfrm>
            <a:off x="7996635" y="1831925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28"/>
          <p:cNvSpPr/>
          <p:nvPr/>
        </p:nvSpPr>
        <p:spPr>
          <a:xfrm>
            <a:off x="7996635" y="2596342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28"/>
          <p:cNvSpPr/>
          <p:nvPr/>
        </p:nvSpPr>
        <p:spPr>
          <a:xfrm>
            <a:off x="7996635" y="2762317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28"/>
          <p:cNvSpPr/>
          <p:nvPr/>
        </p:nvSpPr>
        <p:spPr>
          <a:xfrm>
            <a:off x="7996635" y="2928292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28"/>
          <p:cNvSpPr/>
          <p:nvPr/>
        </p:nvSpPr>
        <p:spPr>
          <a:xfrm>
            <a:off x="7996635" y="3094267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28"/>
          <p:cNvSpPr/>
          <p:nvPr/>
        </p:nvSpPr>
        <p:spPr>
          <a:xfrm>
            <a:off x="14827106" y="2774776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28"/>
          <p:cNvSpPr/>
          <p:nvPr/>
        </p:nvSpPr>
        <p:spPr>
          <a:xfrm>
            <a:off x="14827106" y="2940751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28"/>
          <p:cNvSpPr/>
          <p:nvPr/>
        </p:nvSpPr>
        <p:spPr>
          <a:xfrm>
            <a:off x="14827106" y="3106726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28"/>
          <p:cNvSpPr/>
          <p:nvPr/>
        </p:nvSpPr>
        <p:spPr>
          <a:xfrm>
            <a:off x="14827106" y="3272701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28"/>
          <p:cNvSpPr/>
          <p:nvPr/>
        </p:nvSpPr>
        <p:spPr>
          <a:xfrm>
            <a:off x="14827106" y="3438676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28"/>
          <p:cNvSpPr/>
          <p:nvPr/>
        </p:nvSpPr>
        <p:spPr>
          <a:xfrm>
            <a:off x="14827106" y="3604652"/>
            <a:ext cx="10800" cy="9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28"/>
          <p:cNvSpPr/>
          <p:nvPr/>
        </p:nvSpPr>
        <p:spPr>
          <a:xfrm>
            <a:off x="414800" y="1316250"/>
            <a:ext cx="8265300" cy="606900"/>
          </a:xfrm>
          <a:prstGeom prst="roundRect">
            <a:avLst>
              <a:gd fmla="val 16667" name="adj"/>
            </a:avLst>
          </a:prstGeom>
          <a:solidFill>
            <a:srgbClr val="F2F6FC"/>
          </a:solidFill>
          <a:ln cap="flat" cmpd="sng" w="7675">
            <a:solidFill>
              <a:srgbClr val="DAE0E9"/>
            </a:solidFill>
            <a:prstDash val="solid"/>
            <a:round/>
            <a:headEnd len="sm" w="sm" type="none"/>
            <a:tailEnd len="sm" w="sm" type="none"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4" name="Google Shape;784;p28"/>
          <p:cNvGrpSpPr/>
          <p:nvPr/>
        </p:nvGrpSpPr>
        <p:grpSpPr>
          <a:xfrm>
            <a:off x="532841" y="1474950"/>
            <a:ext cx="295500" cy="289500"/>
            <a:chOff x="532841" y="1430001"/>
            <a:chExt cx="295500" cy="289500"/>
          </a:xfrm>
        </p:grpSpPr>
        <p:sp>
          <p:nvSpPr>
            <p:cNvPr id="785" name="Google Shape;785;p28"/>
            <p:cNvSpPr/>
            <p:nvPr/>
          </p:nvSpPr>
          <p:spPr>
            <a:xfrm>
              <a:off x="532841" y="1430001"/>
              <a:ext cx="295500" cy="289500"/>
            </a:xfrm>
            <a:prstGeom prst="roundRect">
              <a:avLst>
                <a:gd fmla="val 16667" name="adj"/>
              </a:avLst>
            </a:prstGeom>
            <a:solidFill>
              <a:srgbClr val="2F68FF"/>
            </a:solidFill>
            <a:ln cap="flat" cmpd="sng" w="7675">
              <a:solidFill>
                <a:srgbClr val="2F68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0177" rotWithShape="0" dir="5400000" dist="17352">
                <a:srgbClr val="000000">
                  <a:alpha val="34900"/>
                </a:srgbClr>
              </a:outerShdw>
            </a:effectLst>
          </p:spPr>
          <p:txBody>
            <a:bodyPr anchorCtr="0" anchor="ctr" bIns="34475" lIns="68975" spcFirstLastPara="1" rIns="68975" wrap="square" tIns="344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28"/>
            <p:cNvSpPr txBox="1"/>
            <p:nvPr/>
          </p:nvSpPr>
          <p:spPr>
            <a:xfrm>
              <a:off x="532841" y="1467051"/>
              <a:ext cx="2955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u="none" cap="none" strike="noStrike">
                  <a:solidFill>
                    <a:srgbClr val="FFFFFF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1</a:t>
              </a:r>
              <a:endParaRPr/>
            </a:p>
          </p:txBody>
        </p:sp>
      </p:grpSp>
      <p:sp>
        <p:nvSpPr>
          <p:cNvPr id="787" name="Google Shape;787;p28"/>
          <p:cNvSpPr txBox="1"/>
          <p:nvPr/>
        </p:nvSpPr>
        <p:spPr>
          <a:xfrm>
            <a:off x="1054695" y="1484100"/>
            <a:ext cx="25362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600" lIns="27600" spcFirstLastPara="1" rIns="27600" wrap="square" tIns="276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u="none" cap="none" strike="noStrike">
                <a:solidFill>
                  <a:srgbClr val="171B23"/>
                </a:solidFill>
                <a:latin typeface="Inter"/>
                <a:ea typeface="Inter"/>
                <a:cs typeface="Inter"/>
                <a:sym typeface="Inter"/>
              </a:rPr>
              <a:t>Business Case</a:t>
            </a:r>
            <a:endParaRPr/>
          </a:p>
        </p:txBody>
      </p:sp>
      <p:sp>
        <p:nvSpPr>
          <p:cNvPr id="788" name="Google Shape;788;p28"/>
          <p:cNvSpPr/>
          <p:nvPr/>
        </p:nvSpPr>
        <p:spPr>
          <a:xfrm>
            <a:off x="414800" y="4130850"/>
            <a:ext cx="8265300" cy="606900"/>
          </a:xfrm>
          <a:prstGeom prst="roundRect">
            <a:avLst>
              <a:gd fmla="val 16667" name="adj"/>
            </a:avLst>
          </a:prstGeom>
          <a:solidFill>
            <a:srgbClr val="F2F6FC"/>
          </a:solidFill>
          <a:ln cap="flat" cmpd="sng" w="7675">
            <a:solidFill>
              <a:srgbClr val="DAE0E9"/>
            </a:solidFill>
            <a:prstDash val="solid"/>
            <a:round/>
            <a:headEnd len="sm" w="sm" type="none"/>
            <a:tailEnd len="sm" w="sm" type="none"/>
          </a:ln>
          <a:effectLst>
            <a:outerShdw blurRad="30177" rotWithShape="0" dir="5400000" dist="17352">
              <a:srgbClr val="000000">
                <a:alpha val="34900"/>
              </a:srgbClr>
            </a:outerShdw>
          </a:effectLst>
        </p:spPr>
        <p:txBody>
          <a:bodyPr anchorCtr="0" anchor="ctr" bIns="34475" lIns="68975" spcFirstLastPara="1" rIns="68975" wrap="square" tIns="3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9" name="Google Shape;789;p28"/>
          <p:cNvGrpSpPr/>
          <p:nvPr/>
        </p:nvGrpSpPr>
        <p:grpSpPr>
          <a:xfrm>
            <a:off x="532841" y="4289550"/>
            <a:ext cx="295500" cy="289500"/>
            <a:chOff x="532841" y="4248326"/>
            <a:chExt cx="295500" cy="289500"/>
          </a:xfrm>
        </p:grpSpPr>
        <p:sp>
          <p:nvSpPr>
            <p:cNvPr id="790" name="Google Shape;790;p28"/>
            <p:cNvSpPr/>
            <p:nvPr/>
          </p:nvSpPr>
          <p:spPr>
            <a:xfrm>
              <a:off x="532841" y="4248326"/>
              <a:ext cx="295500" cy="289500"/>
            </a:xfrm>
            <a:prstGeom prst="roundRect">
              <a:avLst>
                <a:gd fmla="val 16667" name="adj"/>
              </a:avLst>
            </a:prstGeom>
            <a:solidFill>
              <a:srgbClr val="2F68FF"/>
            </a:solidFill>
            <a:ln cap="flat" cmpd="sng" w="7675">
              <a:solidFill>
                <a:srgbClr val="2F68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0177" rotWithShape="0" dir="5400000" dist="17352">
                <a:srgbClr val="000000">
                  <a:alpha val="34900"/>
                </a:srgbClr>
              </a:outerShdw>
            </a:effectLst>
          </p:spPr>
          <p:txBody>
            <a:bodyPr anchorCtr="0" anchor="ctr" bIns="34475" lIns="68975" spcFirstLastPara="1" rIns="68975" wrap="square" tIns="344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28"/>
            <p:cNvSpPr txBox="1"/>
            <p:nvPr/>
          </p:nvSpPr>
          <p:spPr>
            <a:xfrm>
              <a:off x="532841" y="4285376"/>
              <a:ext cx="2955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u="none" cap="none" strike="noStrike">
                  <a:solidFill>
                    <a:srgbClr val="FFFFFF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5</a:t>
              </a:r>
              <a:endParaRPr/>
            </a:p>
          </p:txBody>
        </p:sp>
      </p:grpSp>
      <p:sp>
        <p:nvSpPr>
          <p:cNvPr id="792" name="Google Shape;792;p28"/>
          <p:cNvSpPr txBox="1"/>
          <p:nvPr/>
        </p:nvSpPr>
        <p:spPr>
          <a:xfrm>
            <a:off x="1054672" y="4295050"/>
            <a:ext cx="33903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600" lIns="27600" spcFirstLastPara="1" rIns="27600" wrap="square" tIns="276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71B23"/>
                </a:solidFill>
                <a:latin typeface="Inter"/>
                <a:ea typeface="Inter"/>
                <a:cs typeface="Inter"/>
                <a:sym typeface="Inter"/>
              </a:rPr>
              <a:t>Risks &amp; Mitigations</a:t>
            </a:r>
            <a:endParaRPr b="1">
              <a:solidFill>
                <a:srgbClr val="171B2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93" name="Google Shape;793;p28"/>
          <p:cNvGrpSpPr/>
          <p:nvPr/>
        </p:nvGrpSpPr>
        <p:grpSpPr>
          <a:xfrm>
            <a:off x="438500" y="3393429"/>
            <a:ext cx="8265300" cy="606900"/>
            <a:chOff x="414800" y="2618341"/>
            <a:chExt cx="8265300" cy="606900"/>
          </a:xfrm>
        </p:grpSpPr>
        <p:sp>
          <p:nvSpPr>
            <p:cNvPr id="794" name="Google Shape;794;p28"/>
            <p:cNvSpPr/>
            <p:nvPr/>
          </p:nvSpPr>
          <p:spPr>
            <a:xfrm>
              <a:off x="414800" y="2618341"/>
              <a:ext cx="8265300" cy="606900"/>
            </a:xfrm>
            <a:prstGeom prst="roundRect">
              <a:avLst>
                <a:gd fmla="val 16667" name="adj"/>
              </a:avLst>
            </a:prstGeom>
            <a:solidFill>
              <a:srgbClr val="F2F6FC"/>
            </a:solidFill>
            <a:ln cap="flat" cmpd="sng" w="7675">
              <a:solidFill>
                <a:srgbClr val="DAE0E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0177" rotWithShape="0" dir="5400000" dist="17352">
                <a:srgbClr val="000000">
                  <a:alpha val="34900"/>
                </a:srgbClr>
              </a:outerShdw>
            </a:effectLst>
          </p:spPr>
          <p:txBody>
            <a:bodyPr anchorCtr="0" anchor="ctr" bIns="34475" lIns="68975" spcFirstLastPara="1" rIns="68975" wrap="square" tIns="344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95" name="Google Shape;795;p28"/>
            <p:cNvGrpSpPr/>
            <p:nvPr/>
          </p:nvGrpSpPr>
          <p:grpSpPr>
            <a:xfrm>
              <a:off x="532841" y="2777041"/>
              <a:ext cx="295500" cy="289500"/>
              <a:chOff x="532841" y="2133651"/>
              <a:chExt cx="295500" cy="289500"/>
            </a:xfrm>
          </p:grpSpPr>
          <p:sp>
            <p:nvSpPr>
              <p:cNvPr id="796" name="Google Shape;796;p28"/>
              <p:cNvSpPr/>
              <p:nvPr/>
            </p:nvSpPr>
            <p:spPr>
              <a:xfrm>
                <a:off x="532841" y="2133651"/>
                <a:ext cx="295500" cy="289500"/>
              </a:xfrm>
              <a:prstGeom prst="roundRect">
                <a:avLst>
                  <a:gd fmla="val 16667" name="adj"/>
                </a:avLst>
              </a:prstGeom>
              <a:solidFill>
                <a:srgbClr val="2F68FF"/>
              </a:solidFill>
              <a:ln cap="flat" cmpd="sng" w="7675">
                <a:solidFill>
                  <a:srgbClr val="2F68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30177" rotWithShape="0" dir="5400000" dist="17352">
                  <a:srgbClr val="000000">
                    <a:alpha val="34900"/>
                  </a:srgbClr>
                </a:outerShdw>
              </a:effectLst>
            </p:spPr>
            <p:txBody>
              <a:bodyPr anchorCtr="0" anchor="ctr" bIns="34475" lIns="68975" spcFirstLastPara="1" rIns="68975" wrap="square" tIns="344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7" name="Google Shape;797;p28"/>
              <p:cNvSpPr txBox="1"/>
              <p:nvPr/>
            </p:nvSpPr>
            <p:spPr>
              <a:xfrm>
                <a:off x="532841" y="2170701"/>
                <a:ext cx="29550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rgbClr val="FFFFFF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4</a:t>
                </a:r>
                <a:endParaRPr/>
              </a:p>
            </p:txBody>
          </p:sp>
        </p:grpSp>
        <p:sp>
          <p:nvSpPr>
            <p:cNvPr id="798" name="Google Shape;798;p28"/>
            <p:cNvSpPr txBox="1"/>
            <p:nvPr/>
          </p:nvSpPr>
          <p:spPr>
            <a:xfrm>
              <a:off x="1054687" y="2786191"/>
              <a:ext cx="3158400" cy="2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600" lIns="27600" spcFirstLastPara="1" rIns="27600" wrap="square" tIns="276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u="none" cap="none" strike="noStrike">
                  <a:solidFill>
                    <a:srgbClr val="171B23"/>
                  </a:solidFill>
                  <a:latin typeface="Inter"/>
                  <a:ea typeface="Inter"/>
                  <a:cs typeface="Inter"/>
                  <a:sym typeface="Inter"/>
                </a:rPr>
                <a:t>Business </a:t>
              </a:r>
              <a:r>
                <a:rPr b="1" lang="en">
                  <a:solidFill>
                    <a:srgbClr val="171B23"/>
                  </a:solidFill>
                  <a:latin typeface="Inter"/>
                  <a:ea typeface="Inter"/>
                  <a:cs typeface="Inter"/>
                  <a:sym typeface="Inter"/>
                </a:rPr>
                <a:t>Opportunities</a:t>
              </a:r>
              <a:endParaRPr/>
            </a:p>
          </p:txBody>
        </p:sp>
      </p:grpSp>
      <p:grpSp>
        <p:nvGrpSpPr>
          <p:cNvPr id="799" name="Google Shape;799;p28"/>
          <p:cNvGrpSpPr/>
          <p:nvPr/>
        </p:nvGrpSpPr>
        <p:grpSpPr>
          <a:xfrm>
            <a:off x="443084" y="2039288"/>
            <a:ext cx="8265300" cy="606900"/>
            <a:chOff x="7245272" y="2836525"/>
            <a:chExt cx="8265300" cy="606900"/>
          </a:xfrm>
        </p:grpSpPr>
        <p:sp>
          <p:nvSpPr>
            <p:cNvPr id="800" name="Google Shape;800;p28"/>
            <p:cNvSpPr/>
            <p:nvPr/>
          </p:nvSpPr>
          <p:spPr>
            <a:xfrm>
              <a:off x="7245272" y="2836525"/>
              <a:ext cx="8265300" cy="606900"/>
            </a:xfrm>
            <a:prstGeom prst="roundRect">
              <a:avLst>
                <a:gd fmla="val 16667" name="adj"/>
              </a:avLst>
            </a:prstGeom>
            <a:solidFill>
              <a:srgbClr val="F2F6FC"/>
            </a:solidFill>
            <a:ln cap="flat" cmpd="sng" w="7675">
              <a:solidFill>
                <a:srgbClr val="DAE0E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0177" rotWithShape="0" dir="5400000" dist="17352">
                <a:srgbClr val="000000">
                  <a:alpha val="34900"/>
                </a:srgbClr>
              </a:outerShdw>
            </a:effectLst>
          </p:spPr>
          <p:txBody>
            <a:bodyPr anchorCtr="0" anchor="ctr" bIns="34475" lIns="68975" spcFirstLastPara="1" rIns="68975" wrap="square" tIns="344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01" name="Google Shape;801;p28"/>
            <p:cNvGrpSpPr/>
            <p:nvPr/>
          </p:nvGrpSpPr>
          <p:grpSpPr>
            <a:xfrm>
              <a:off x="7363312" y="2995225"/>
              <a:ext cx="295500" cy="289500"/>
              <a:chOff x="532841" y="2837301"/>
              <a:chExt cx="295500" cy="289500"/>
            </a:xfrm>
          </p:grpSpPr>
          <p:sp>
            <p:nvSpPr>
              <p:cNvPr id="802" name="Google Shape;802;p28"/>
              <p:cNvSpPr/>
              <p:nvPr/>
            </p:nvSpPr>
            <p:spPr>
              <a:xfrm>
                <a:off x="532841" y="2837301"/>
                <a:ext cx="295500" cy="289500"/>
              </a:xfrm>
              <a:prstGeom prst="roundRect">
                <a:avLst>
                  <a:gd fmla="val 16667" name="adj"/>
                </a:avLst>
              </a:prstGeom>
              <a:solidFill>
                <a:srgbClr val="2F68FF"/>
              </a:solidFill>
              <a:ln cap="flat" cmpd="sng" w="7675">
                <a:solidFill>
                  <a:srgbClr val="2F68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30177" rotWithShape="0" dir="5400000" dist="17352">
                  <a:srgbClr val="000000">
                    <a:alpha val="34900"/>
                  </a:srgbClr>
                </a:outerShdw>
              </a:effectLst>
            </p:spPr>
            <p:txBody>
              <a:bodyPr anchorCtr="0" anchor="ctr" bIns="34475" lIns="68975" spcFirstLastPara="1" rIns="68975" wrap="square" tIns="344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3" name="Google Shape;803;p28"/>
              <p:cNvSpPr txBox="1"/>
              <p:nvPr/>
            </p:nvSpPr>
            <p:spPr>
              <a:xfrm>
                <a:off x="532841" y="2874351"/>
                <a:ext cx="29550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rgbClr val="FFFFFF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2</a:t>
                </a:r>
                <a:endParaRPr/>
              </a:p>
            </p:txBody>
          </p:sp>
        </p:grpSp>
        <p:sp>
          <p:nvSpPr>
            <p:cNvPr id="804" name="Google Shape;804;p28"/>
            <p:cNvSpPr txBox="1"/>
            <p:nvPr/>
          </p:nvSpPr>
          <p:spPr>
            <a:xfrm>
              <a:off x="7885167" y="3004375"/>
              <a:ext cx="2536200" cy="2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600" lIns="27600" spcFirstLastPara="1" rIns="27600" wrap="square" tIns="276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u="none" cap="none" strike="noStrike">
                  <a:solidFill>
                    <a:srgbClr val="171B23"/>
                  </a:solidFill>
                  <a:latin typeface="Inter"/>
                  <a:ea typeface="Inter"/>
                  <a:cs typeface="Inter"/>
                  <a:sym typeface="Inter"/>
                </a:rPr>
                <a:t>Data Pipeline Architecture</a:t>
              </a:r>
              <a:endParaRPr/>
            </a:p>
          </p:txBody>
        </p:sp>
      </p:grpSp>
      <p:grpSp>
        <p:nvGrpSpPr>
          <p:cNvPr id="805" name="Google Shape;805;p28"/>
          <p:cNvGrpSpPr/>
          <p:nvPr/>
        </p:nvGrpSpPr>
        <p:grpSpPr>
          <a:xfrm>
            <a:off x="438484" y="2716363"/>
            <a:ext cx="8265300" cy="606900"/>
            <a:chOff x="7245272" y="3540175"/>
            <a:chExt cx="8265300" cy="606900"/>
          </a:xfrm>
        </p:grpSpPr>
        <p:sp>
          <p:nvSpPr>
            <p:cNvPr id="806" name="Google Shape;806;p28"/>
            <p:cNvSpPr/>
            <p:nvPr/>
          </p:nvSpPr>
          <p:spPr>
            <a:xfrm>
              <a:off x="7245272" y="3540175"/>
              <a:ext cx="8265300" cy="606900"/>
            </a:xfrm>
            <a:prstGeom prst="roundRect">
              <a:avLst>
                <a:gd fmla="val 16667" name="adj"/>
              </a:avLst>
            </a:prstGeom>
            <a:solidFill>
              <a:srgbClr val="F2F6FC"/>
            </a:solidFill>
            <a:ln cap="flat" cmpd="sng" w="7675">
              <a:solidFill>
                <a:srgbClr val="DAE0E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0177" rotWithShape="0" dir="5400000" dist="17352">
                <a:srgbClr val="000000">
                  <a:alpha val="34900"/>
                </a:srgbClr>
              </a:outerShdw>
            </a:effectLst>
          </p:spPr>
          <p:txBody>
            <a:bodyPr anchorCtr="0" anchor="ctr" bIns="34475" lIns="68975" spcFirstLastPara="1" rIns="68975" wrap="square" tIns="344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07" name="Google Shape;807;p28"/>
            <p:cNvGrpSpPr/>
            <p:nvPr/>
          </p:nvGrpSpPr>
          <p:grpSpPr>
            <a:xfrm>
              <a:off x="7365057" y="3698875"/>
              <a:ext cx="295500" cy="289500"/>
              <a:chOff x="534585" y="3540951"/>
              <a:chExt cx="295500" cy="289500"/>
            </a:xfrm>
          </p:grpSpPr>
          <p:sp>
            <p:nvSpPr>
              <p:cNvPr id="808" name="Google Shape;808;p28"/>
              <p:cNvSpPr/>
              <p:nvPr/>
            </p:nvSpPr>
            <p:spPr>
              <a:xfrm>
                <a:off x="534585" y="3540951"/>
                <a:ext cx="295500" cy="289500"/>
              </a:xfrm>
              <a:prstGeom prst="roundRect">
                <a:avLst>
                  <a:gd fmla="val 16667" name="adj"/>
                </a:avLst>
              </a:prstGeom>
              <a:solidFill>
                <a:srgbClr val="2F68FF"/>
              </a:solidFill>
              <a:ln cap="flat" cmpd="sng" w="7675">
                <a:solidFill>
                  <a:srgbClr val="2F68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30177" rotWithShape="0" dir="5400000" dist="17352">
                  <a:srgbClr val="000000">
                    <a:alpha val="34900"/>
                  </a:srgbClr>
                </a:outerShdw>
              </a:effectLst>
            </p:spPr>
            <p:txBody>
              <a:bodyPr anchorCtr="0" anchor="ctr" bIns="34475" lIns="68975" spcFirstLastPara="1" rIns="68975" wrap="square" tIns="344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9" name="Google Shape;809;p28"/>
              <p:cNvSpPr txBox="1"/>
              <p:nvPr/>
            </p:nvSpPr>
            <p:spPr>
              <a:xfrm>
                <a:off x="534585" y="3578001"/>
                <a:ext cx="29550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rgbClr val="FFFFFF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3</a:t>
                </a:r>
                <a:endParaRPr/>
              </a:p>
            </p:txBody>
          </p:sp>
        </p:grpSp>
        <p:sp>
          <p:nvSpPr>
            <p:cNvPr id="810" name="Google Shape;810;p28"/>
            <p:cNvSpPr txBox="1"/>
            <p:nvPr/>
          </p:nvSpPr>
          <p:spPr>
            <a:xfrm>
              <a:off x="7885164" y="3708038"/>
              <a:ext cx="3688500" cy="2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600" lIns="27600" spcFirstLastPara="1" rIns="27600" wrap="square" tIns="276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u="none" cap="none" strike="noStrike">
                  <a:solidFill>
                    <a:srgbClr val="171B23"/>
                  </a:solidFill>
                  <a:latin typeface="Inter"/>
                  <a:ea typeface="Inter"/>
                  <a:cs typeface="Inter"/>
                  <a:sym typeface="Inter"/>
                </a:rPr>
                <a:t>Star Schema &amp; Dashboard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6" name="Google Shape;8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156"/>
            <a:ext cx="8972700" cy="4972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7" name="Google Shape;817;p29"/>
          <p:cNvGrpSpPr/>
          <p:nvPr/>
        </p:nvGrpSpPr>
        <p:grpSpPr>
          <a:xfrm>
            <a:off x="381000" y="381000"/>
            <a:ext cx="8325000" cy="762000"/>
            <a:chOff x="0" y="0"/>
            <a:chExt cx="8325000" cy="762000"/>
          </a:xfrm>
        </p:grpSpPr>
        <p:sp>
          <p:nvSpPr>
            <p:cNvPr id="818" name="Google Shape;818;p29"/>
            <p:cNvSpPr/>
            <p:nvPr/>
          </p:nvSpPr>
          <p:spPr>
            <a:xfrm>
              <a:off x="0" y="0"/>
              <a:ext cx="38100" cy="762000"/>
            </a:xfrm>
            <a:prstGeom prst="rect">
              <a:avLst/>
            </a:prstGeom>
            <a:solidFill>
              <a:srgbClr val="0F52B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29"/>
            <p:cNvSpPr txBox="1"/>
            <p:nvPr/>
          </p:nvSpPr>
          <p:spPr>
            <a:xfrm>
              <a:off x="228600" y="0"/>
              <a:ext cx="8096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98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rPr>
                <a:t>Executive Summary</a:t>
              </a:r>
              <a:endParaRPr b="1" sz="2498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1800"/>
                </a:spcAft>
                <a:buNone/>
              </a:pPr>
              <a:r>
                <a:rPr lang="en" sz="1300">
                  <a:solidFill>
                    <a:srgbClr val="5F6368"/>
                  </a:solidFill>
                  <a:latin typeface="Inter"/>
                  <a:ea typeface="Inter"/>
                  <a:cs typeface="Inter"/>
                  <a:sym typeface="Inter"/>
                </a:rPr>
                <a:t>Data driven revenue growth</a:t>
              </a:r>
              <a:endParaRPr b="0" sz="1300">
                <a:solidFill>
                  <a:srgbClr val="5F63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20" name="Google Shape;820;p29"/>
          <p:cNvGrpSpPr/>
          <p:nvPr/>
        </p:nvGrpSpPr>
        <p:grpSpPr>
          <a:xfrm>
            <a:off x="381000" y="1333500"/>
            <a:ext cx="2600400" cy="3048000"/>
            <a:chOff x="0" y="0"/>
            <a:chExt cx="2600400" cy="3048000"/>
          </a:xfrm>
        </p:grpSpPr>
        <p:grpSp>
          <p:nvGrpSpPr>
            <p:cNvPr id="821" name="Google Shape;821;p29"/>
            <p:cNvGrpSpPr/>
            <p:nvPr/>
          </p:nvGrpSpPr>
          <p:grpSpPr>
            <a:xfrm>
              <a:off x="0" y="0"/>
              <a:ext cx="2600400" cy="3048000"/>
              <a:chOff x="0" y="0"/>
              <a:chExt cx="2600400" cy="3048000"/>
            </a:xfrm>
          </p:grpSpPr>
          <p:sp>
            <p:nvSpPr>
              <p:cNvPr id="822" name="Google Shape;822;p29"/>
              <p:cNvSpPr/>
              <p:nvPr/>
            </p:nvSpPr>
            <p:spPr>
              <a:xfrm>
                <a:off x="0" y="0"/>
                <a:ext cx="2600400" cy="30480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D0D0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" name="Google Shape;823;p29"/>
              <p:cNvSpPr/>
              <p:nvPr/>
            </p:nvSpPr>
            <p:spPr>
              <a:xfrm>
                <a:off x="0" y="0"/>
                <a:ext cx="2600400" cy="38100"/>
              </a:xfrm>
              <a:prstGeom prst="rect">
                <a:avLst/>
              </a:prstGeom>
              <a:solidFill>
                <a:srgbClr val="0F52B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24" name="Google Shape;824;p29"/>
            <p:cNvSpPr txBox="1"/>
            <p:nvPr/>
          </p:nvSpPr>
          <p:spPr>
            <a:xfrm>
              <a:off x="190500" y="228600"/>
              <a:ext cx="2360100" cy="26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F52BA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Business Case</a:t>
              </a:r>
              <a:endParaRPr b="0">
                <a:solidFill>
                  <a:srgbClr val="0F52BA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rPr>
                <a:t>The company has transitioned from its initial growth phase into a stable revenue state, consistently generating R$1M per month since Q4 2017. </a:t>
              </a:r>
              <a:endParaRPr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t/>
              </a:r>
              <a:endParaRPr sz="1100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25" name="Google Shape;825;p29"/>
          <p:cNvGrpSpPr/>
          <p:nvPr/>
        </p:nvGrpSpPr>
        <p:grpSpPr>
          <a:xfrm>
            <a:off x="3267075" y="1333500"/>
            <a:ext cx="2600400" cy="3048000"/>
            <a:chOff x="0" y="0"/>
            <a:chExt cx="2600400" cy="3048000"/>
          </a:xfrm>
        </p:grpSpPr>
        <p:grpSp>
          <p:nvGrpSpPr>
            <p:cNvPr id="826" name="Google Shape;826;p29"/>
            <p:cNvGrpSpPr/>
            <p:nvPr/>
          </p:nvGrpSpPr>
          <p:grpSpPr>
            <a:xfrm>
              <a:off x="0" y="0"/>
              <a:ext cx="2600400" cy="3048000"/>
              <a:chOff x="0" y="0"/>
              <a:chExt cx="2600400" cy="3048000"/>
            </a:xfrm>
          </p:grpSpPr>
          <p:sp>
            <p:nvSpPr>
              <p:cNvPr id="827" name="Google Shape;827;p29"/>
              <p:cNvSpPr/>
              <p:nvPr/>
            </p:nvSpPr>
            <p:spPr>
              <a:xfrm>
                <a:off x="0" y="0"/>
                <a:ext cx="2600400" cy="30480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D0D0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29"/>
              <p:cNvSpPr/>
              <p:nvPr/>
            </p:nvSpPr>
            <p:spPr>
              <a:xfrm>
                <a:off x="0" y="0"/>
                <a:ext cx="2600400" cy="38100"/>
              </a:xfrm>
              <a:prstGeom prst="rect">
                <a:avLst/>
              </a:prstGeom>
              <a:solidFill>
                <a:srgbClr val="0F52B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29" name="Google Shape;829;p29"/>
            <p:cNvSpPr txBox="1"/>
            <p:nvPr/>
          </p:nvSpPr>
          <p:spPr>
            <a:xfrm>
              <a:off x="190500" y="228600"/>
              <a:ext cx="2247600" cy="26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>
                  <a:solidFill>
                    <a:srgbClr val="0F52BA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Key </a:t>
              </a:r>
              <a:r>
                <a:rPr lang="en">
                  <a:solidFill>
                    <a:srgbClr val="0F52BA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Strategies</a:t>
              </a:r>
              <a:endParaRPr b="0">
                <a:solidFill>
                  <a:srgbClr val="0F52BA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300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rPr>
                <a:t>H</a:t>
              </a:r>
              <a:r>
                <a:rPr lang="en" sz="13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igh-potential states are identified based on GDP as a proxy for spending power relative to company revenue</a:t>
              </a:r>
              <a:r>
                <a:rPr lang="en" sz="1300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endParaRPr sz="1300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lang="en" sz="1300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rPr>
                <a:t>Drive revenue growth by expanding into top 5 underserved high-potential states and promoting proven top-performing product categories. </a:t>
              </a:r>
              <a:endParaRPr sz="1300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30" name="Google Shape;830;p29"/>
          <p:cNvGrpSpPr/>
          <p:nvPr/>
        </p:nvGrpSpPr>
        <p:grpSpPr>
          <a:xfrm>
            <a:off x="6153150" y="1333500"/>
            <a:ext cx="2600400" cy="3048000"/>
            <a:chOff x="0" y="0"/>
            <a:chExt cx="2600400" cy="3048000"/>
          </a:xfrm>
        </p:grpSpPr>
        <p:grpSp>
          <p:nvGrpSpPr>
            <p:cNvPr id="831" name="Google Shape;831;p29"/>
            <p:cNvGrpSpPr/>
            <p:nvPr/>
          </p:nvGrpSpPr>
          <p:grpSpPr>
            <a:xfrm>
              <a:off x="0" y="0"/>
              <a:ext cx="2600400" cy="3048000"/>
              <a:chOff x="0" y="0"/>
              <a:chExt cx="2600400" cy="3048000"/>
            </a:xfrm>
          </p:grpSpPr>
          <p:sp>
            <p:nvSpPr>
              <p:cNvPr id="832" name="Google Shape;832;p29"/>
              <p:cNvSpPr/>
              <p:nvPr/>
            </p:nvSpPr>
            <p:spPr>
              <a:xfrm>
                <a:off x="0" y="0"/>
                <a:ext cx="2600400" cy="30480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D0D0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3" name="Google Shape;833;p29"/>
              <p:cNvSpPr/>
              <p:nvPr/>
            </p:nvSpPr>
            <p:spPr>
              <a:xfrm>
                <a:off x="0" y="0"/>
                <a:ext cx="2600400" cy="38100"/>
              </a:xfrm>
              <a:prstGeom prst="rect">
                <a:avLst/>
              </a:prstGeom>
              <a:solidFill>
                <a:srgbClr val="0F52B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34" name="Google Shape;834;p29"/>
            <p:cNvSpPr txBox="1"/>
            <p:nvPr/>
          </p:nvSpPr>
          <p:spPr>
            <a:xfrm>
              <a:off x="190500" y="228600"/>
              <a:ext cx="2219400" cy="26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>
                  <a:solidFill>
                    <a:srgbClr val="0F52BA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Business Valu</a:t>
              </a:r>
              <a:r>
                <a:rPr lang="en">
                  <a:solidFill>
                    <a:srgbClr val="0F52BA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e</a:t>
              </a:r>
              <a:endParaRPr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rPr>
                <a:t>5 Target States:</a:t>
              </a:r>
              <a:endParaRPr b="1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BA, PE, CE, AM &amp; PA</a:t>
              </a:r>
              <a:endPara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Estimated upside: </a:t>
              </a:r>
              <a:r>
                <a:rPr lang="en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~R$700K </a:t>
              </a:r>
              <a:endPara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Conservative case:</a:t>
              </a:r>
              <a:r>
                <a:rPr lang="en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 ~R$300k</a:t>
              </a:r>
              <a:endPara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Aggressive case: </a:t>
              </a:r>
              <a:r>
                <a:rPr lang="en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~R$1.1M</a:t>
              </a:r>
              <a:endParaRPr b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35" name="Google Shape;835;p29"/>
          <p:cNvGrpSpPr/>
          <p:nvPr/>
        </p:nvGrpSpPr>
        <p:grpSpPr>
          <a:xfrm>
            <a:off x="381000" y="4762500"/>
            <a:ext cx="8382000" cy="323550"/>
            <a:chOff x="381000" y="4762500"/>
            <a:chExt cx="8382000" cy="323550"/>
          </a:xfrm>
        </p:grpSpPr>
        <p:cxnSp>
          <p:nvCxnSpPr>
            <p:cNvPr id="836" name="Google Shape;836;p29"/>
            <p:cNvCxnSpPr/>
            <p:nvPr/>
          </p:nvCxnSpPr>
          <p:spPr>
            <a:xfrm>
              <a:off x="381000" y="476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37" name="Google Shape;837;p29"/>
            <p:cNvSpPr txBox="1"/>
            <p:nvPr/>
          </p:nvSpPr>
          <p:spPr>
            <a:xfrm>
              <a:off x="381000" y="4857750"/>
              <a:ext cx="7470300" cy="22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DS5 Team 5</a:t>
              </a:r>
              <a:r>
                <a:rPr b="0"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 | </a:t>
              </a:r>
              <a:r>
                <a:rPr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Members: Caleb Cheah Peng Huat, Fiona Lim Yan Han, Kevin Chua, Ng Zhenxian, Soh Shi Hui </a:t>
              </a:r>
              <a:endParaRPr b="0" sz="10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38" name="Google Shape;838;p29"/>
            <p:cNvSpPr txBox="1"/>
            <p:nvPr/>
          </p:nvSpPr>
          <p:spPr>
            <a:xfrm>
              <a:off x="49530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June 2026</a:t>
              </a:r>
              <a:endParaRPr b="0" sz="10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39" name="Google Shape;839;p29"/>
          <p:cNvSpPr txBox="1"/>
          <p:nvPr/>
        </p:nvSpPr>
        <p:spPr>
          <a:xfrm>
            <a:off x="256032" y="91440"/>
            <a:ext cx="18288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>
                <a:solidFill>
                  <a:srgbClr val="58606E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Business Case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5" name="Google Shape;84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650" y="0"/>
            <a:ext cx="8972700" cy="4972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6" name="Google Shape;846;p30"/>
          <p:cNvGrpSpPr/>
          <p:nvPr/>
        </p:nvGrpSpPr>
        <p:grpSpPr>
          <a:xfrm>
            <a:off x="381000" y="381000"/>
            <a:ext cx="8325000" cy="762000"/>
            <a:chOff x="0" y="0"/>
            <a:chExt cx="8325000" cy="762000"/>
          </a:xfrm>
        </p:grpSpPr>
        <p:sp>
          <p:nvSpPr>
            <p:cNvPr id="847" name="Google Shape;847;p30"/>
            <p:cNvSpPr/>
            <p:nvPr/>
          </p:nvSpPr>
          <p:spPr>
            <a:xfrm>
              <a:off x="0" y="0"/>
              <a:ext cx="38100" cy="762000"/>
            </a:xfrm>
            <a:prstGeom prst="rect">
              <a:avLst/>
            </a:prstGeom>
            <a:solidFill>
              <a:srgbClr val="0F52B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30"/>
            <p:cNvSpPr txBox="1"/>
            <p:nvPr/>
          </p:nvSpPr>
          <p:spPr>
            <a:xfrm>
              <a:off x="228600" y="0"/>
              <a:ext cx="8096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98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rPr>
                <a:t>Business Case</a:t>
              </a:r>
              <a:endParaRPr b="1" sz="2498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" sz="1398">
                  <a:solidFill>
                    <a:srgbClr val="434343"/>
                  </a:solidFill>
                  <a:latin typeface="Inter"/>
                  <a:ea typeface="Inter"/>
                  <a:cs typeface="Inter"/>
                  <a:sym typeface="Inter"/>
                </a:rPr>
                <a:t>Data Science: Fueling the Next Leap  </a:t>
              </a:r>
              <a:endParaRPr sz="1398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1800"/>
                </a:spcAft>
                <a:buNone/>
              </a:pPr>
              <a:r>
                <a:t/>
              </a:r>
              <a:endParaRPr b="0" sz="1200">
                <a:solidFill>
                  <a:srgbClr val="5F63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49" name="Google Shape;849;p30"/>
          <p:cNvGrpSpPr/>
          <p:nvPr/>
        </p:nvGrpSpPr>
        <p:grpSpPr>
          <a:xfrm>
            <a:off x="381000" y="1333500"/>
            <a:ext cx="3586212" cy="3048000"/>
            <a:chOff x="0" y="0"/>
            <a:chExt cx="2600400" cy="3048000"/>
          </a:xfrm>
        </p:grpSpPr>
        <p:grpSp>
          <p:nvGrpSpPr>
            <p:cNvPr id="850" name="Google Shape;850;p30"/>
            <p:cNvGrpSpPr/>
            <p:nvPr/>
          </p:nvGrpSpPr>
          <p:grpSpPr>
            <a:xfrm>
              <a:off x="0" y="0"/>
              <a:ext cx="2600400" cy="3048000"/>
              <a:chOff x="0" y="0"/>
              <a:chExt cx="2600400" cy="3048000"/>
            </a:xfrm>
          </p:grpSpPr>
          <p:sp>
            <p:nvSpPr>
              <p:cNvPr id="851" name="Google Shape;851;p30"/>
              <p:cNvSpPr/>
              <p:nvPr/>
            </p:nvSpPr>
            <p:spPr>
              <a:xfrm>
                <a:off x="0" y="0"/>
                <a:ext cx="2600400" cy="30480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D0D0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2" name="Google Shape;852;p30"/>
              <p:cNvSpPr/>
              <p:nvPr/>
            </p:nvSpPr>
            <p:spPr>
              <a:xfrm>
                <a:off x="0" y="0"/>
                <a:ext cx="2600400" cy="38100"/>
              </a:xfrm>
              <a:prstGeom prst="rect">
                <a:avLst/>
              </a:prstGeom>
              <a:solidFill>
                <a:srgbClr val="0F52B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53" name="Google Shape;853;p30"/>
            <p:cNvSpPr txBox="1"/>
            <p:nvPr/>
          </p:nvSpPr>
          <p:spPr>
            <a:xfrm>
              <a:off x="190505" y="228600"/>
              <a:ext cx="2316000" cy="26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dk1"/>
                  </a:solidFill>
                </a:rPr>
                <a:t>Consistent Growth</a:t>
              </a:r>
              <a:r>
                <a:rPr lang="en" sz="1600">
                  <a:solidFill>
                    <a:schemeClr val="dk1"/>
                  </a:solidFill>
                </a:rPr>
                <a:t> → Strong trajectory from startup to Q4 2017</a:t>
              </a:r>
              <a:endParaRPr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dk1"/>
                  </a:solidFill>
                </a:rPr>
                <a:t>Stable Revenue</a:t>
              </a:r>
              <a:r>
                <a:rPr lang="en" sz="1600">
                  <a:solidFill>
                    <a:schemeClr val="dk1"/>
                  </a:solidFill>
                </a:rPr>
                <a:t> → Monthly stream holding steady at ~R$1M since 2017</a:t>
              </a:r>
              <a:endParaRPr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dk1"/>
                  </a:solidFill>
                </a:rPr>
                <a:t>Future Focus</a:t>
              </a:r>
              <a:r>
                <a:rPr lang="en" sz="1600">
                  <a:solidFill>
                    <a:schemeClr val="dk1"/>
                  </a:solidFill>
                </a:rPr>
                <a:t> → Team tasked to unlock new opportunities and drive revenue growth</a:t>
              </a:r>
              <a:endParaRPr sz="1600">
                <a:solidFill>
                  <a:srgbClr val="0F52BA"/>
                </a:solidFill>
              </a:endParaRPr>
            </a:p>
            <a:p>
              <a:pPr indent="0" lvl="0" marL="45720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t/>
              </a:r>
              <a:endParaRPr sz="1600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54" name="Google Shape;854;p30"/>
          <p:cNvGrpSpPr/>
          <p:nvPr/>
        </p:nvGrpSpPr>
        <p:grpSpPr>
          <a:xfrm>
            <a:off x="381000" y="4762500"/>
            <a:ext cx="8382000" cy="323550"/>
            <a:chOff x="381000" y="4762500"/>
            <a:chExt cx="8382000" cy="323550"/>
          </a:xfrm>
        </p:grpSpPr>
        <p:cxnSp>
          <p:nvCxnSpPr>
            <p:cNvPr id="855" name="Google Shape;855;p30"/>
            <p:cNvCxnSpPr/>
            <p:nvPr/>
          </p:nvCxnSpPr>
          <p:spPr>
            <a:xfrm>
              <a:off x="381000" y="476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56" name="Google Shape;856;p30"/>
            <p:cNvSpPr txBox="1"/>
            <p:nvPr/>
          </p:nvSpPr>
          <p:spPr>
            <a:xfrm>
              <a:off x="381000" y="4857750"/>
              <a:ext cx="7470300" cy="22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DS5 Team 5</a:t>
              </a:r>
              <a:r>
                <a:rPr b="0"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 | </a:t>
              </a:r>
              <a:r>
                <a:rPr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Members: Caleb Cheah Peng Huat, Fiona Lim Yan Han, Kevin Chua, Ng Zhenxian, Soh Shi Hui </a:t>
              </a:r>
              <a:endParaRPr b="0" sz="10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57" name="Google Shape;857;p30"/>
            <p:cNvSpPr txBox="1"/>
            <p:nvPr/>
          </p:nvSpPr>
          <p:spPr>
            <a:xfrm>
              <a:off x="49530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June 2026</a:t>
              </a:r>
              <a:endParaRPr b="0" sz="10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58" name="Google Shape;858;p30"/>
          <p:cNvSpPr txBox="1"/>
          <p:nvPr/>
        </p:nvSpPr>
        <p:spPr>
          <a:xfrm>
            <a:off x="256032" y="91440"/>
            <a:ext cx="18288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>
                <a:solidFill>
                  <a:srgbClr val="58606E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Business Case</a:t>
            </a:r>
            <a:endParaRPr/>
          </a:p>
        </p:txBody>
      </p:sp>
      <p:pic>
        <p:nvPicPr>
          <p:cNvPr id="859" name="Google Shape;85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1855" y="1333497"/>
            <a:ext cx="4311221" cy="284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5" name="Google Shape;865;p31"/>
          <p:cNvGrpSpPr/>
          <p:nvPr/>
        </p:nvGrpSpPr>
        <p:grpSpPr>
          <a:xfrm>
            <a:off x="409500" y="2082989"/>
            <a:ext cx="8325000" cy="762000"/>
            <a:chOff x="0" y="0"/>
            <a:chExt cx="8325000" cy="762000"/>
          </a:xfrm>
        </p:grpSpPr>
        <p:sp>
          <p:nvSpPr>
            <p:cNvPr id="866" name="Google Shape;866;p31"/>
            <p:cNvSpPr/>
            <p:nvPr/>
          </p:nvSpPr>
          <p:spPr>
            <a:xfrm>
              <a:off x="0" y="0"/>
              <a:ext cx="38100" cy="762000"/>
            </a:xfrm>
            <a:prstGeom prst="rect">
              <a:avLst/>
            </a:prstGeom>
            <a:solidFill>
              <a:srgbClr val="0F52B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31"/>
            <p:cNvSpPr txBox="1"/>
            <p:nvPr/>
          </p:nvSpPr>
          <p:spPr>
            <a:xfrm>
              <a:off x="228600" y="0"/>
              <a:ext cx="8096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t/>
              </a:r>
              <a:endParaRPr b="0" sz="1388">
                <a:solidFill>
                  <a:srgbClr val="5F63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68" name="Google Shape;868;p31"/>
          <p:cNvGrpSpPr/>
          <p:nvPr/>
        </p:nvGrpSpPr>
        <p:grpSpPr>
          <a:xfrm>
            <a:off x="381000" y="4762500"/>
            <a:ext cx="8382000" cy="285750"/>
            <a:chOff x="381000" y="4762500"/>
            <a:chExt cx="8382000" cy="285750"/>
          </a:xfrm>
        </p:grpSpPr>
        <p:cxnSp>
          <p:nvCxnSpPr>
            <p:cNvPr id="869" name="Google Shape;869;p31"/>
            <p:cNvCxnSpPr/>
            <p:nvPr/>
          </p:nvCxnSpPr>
          <p:spPr>
            <a:xfrm>
              <a:off x="381000" y="476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70" name="Google Shape;870;p31"/>
            <p:cNvSpPr txBox="1"/>
            <p:nvPr/>
          </p:nvSpPr>
          <p:spPr>
            <a:xfrm>
              <a:off x="381000" y="4857750"/>
              <a:ext cx="6970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DS5 Team 5</a:t>
              </a:r>
              <a:r>
                <a:rPr b="0"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 | </a:t>
              </a:r>
              <a:r>
                <a:rPr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Members: Caleb Cheah Peng Huat, Fiona Lim Yan Han, Kevin Chua, Ng Zhenxian, Soh Shi Hui </a:t>
              </a:r>
              <a:endParaRPr b="0" sz="10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71" name="Google Shape;871;p31"/>
            <p:cNvSpPr txBox="1"/>
            <p:nvPr/>
          </p:nvSpPr>
          <p:spPr>
            <a:xfrm>
              <a:off x="49530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June 2026</a:t>
              </a:r>
              <a:endParaRPr b="0" sz="10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72" name="Google Shape;872;p31"/>
          <p:cNvSpPr txBox="1"/>
          <p:nvPr>
            <p:ph idx="4294967295" type="title"/>
          </p:nvPr>
        </p:nvSpPr>
        <p:spPr>
          <a:xfrm>
            <a:off x="676650" y="1990941"/>
            <a:ext cx="81558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nter"/>
                <a:ea typeface="Inter"/>
                <a:cs typeface="Inter"/>
                <a:sym typeface="Inter"/>
              </a:rPr>
              <a:t>Technical Overview: </a:t>
            </a:r>
            <a:endParaRPr b="1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nter"/>
                <a:ea typeface="Inter"/>
                <a:cs typeface="Inter"/>
                <a:sym typeface="Inter"/>
              </a:rPr>
              <a:t>Data Pipeline Design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3" name="Google Shape;873;p31"/>
          <p:cNvSpPr txBox="1"/>
          <p:nvPr/>
        </p:nvSpPr>
        <p:spPr>
          <a:xfrm>
            <a:off x="256032" y="91440"/>
            <a:ext cx="18288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>
                <a:solidFill>
                  <a:srgbClr val="58606E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Data Pipeline Architecture</a:t>
            </a:r>
            <a:endParaRPr b="1" sz="750">
              <a:solidFill>
                <a:srgbClr val="58606E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pic>
        <p:nvPicPr>
          <p:cNvPr id="874" name="Google Shape;87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0" name="Google Shape;880;p32"/>
          <p:cNvGrpSpPr/>
          <p:nvPr/>
        </p:nvGrpSpPr>
        <p:grpSpPr>
          <a:xfrm>
            <a:off x="381000" y="4762500"/>
            <a:ext cx="8382000" cy="285750"/>
            <a:chOff x="381000" y="4762500"/>
            <a:chExt cx="8382000" cy="285750"/>
          </a:xfrm>
        </p:grpSpPr>
        <p:cxnSp>
          <p:nvCxnSpPr>
            <p:cNvPr id="881" name="Google Shape;881;p32"/>
            <p:cNvCxnSpPr/>
            <p:nvPr/>
          </p:nvCxnSpPr>
          <p:spPr>
            <a:xfrm>
              <a:off x="381000" y="476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82" name="Google Shape;882;p32"/>
            <p:cNvSpPr txBox="1"/>
            <p:nvPr/>
          </p:nvSpPr>
          <p:spPr>
            <a:xfrm>
              <a:off x="381000" y="4857750"/>
              <a:ext cx="6970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DS5 Team 5</a:t>
              </a:r>
              <a:r>
                <a:rPr b="0"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 | </a:t>
              </a:r>
              <a:r>
                <a:rPr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Members: Caleb Cheah Peng Huat, Fiona Lim Yan Han, Kevin Chua, Ng Zhenxian, Soh Shi Hui </a:t>
              </a:r>
              <a:endParaRPr b="0" sz="10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83" name="Google Shape;883;p32"/>
            <p:cNvSpPr txBox="1"/>
            <p:nvPr/>
          </p:nvSpPr>
          <p:spPr>
            <a:xfrm>
              <a:off x="49530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June 2026</a:t>
              </a:r>
              <a:endParaRPr b="0" sz="10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84" name="Google Shape;884;p32"/>
          <p:cNvSpPr txBox="1"/>
          <p:nvPr/>
        </p:nvSpPr>
        <p:spPr>
          <a:xfrm>
            <a:off x="5963775" y="644875"/>
            <a:ext cx="3061500" cy="10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F52BA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Main table types</a:t>
            </a:r>
            <a:endParaRPr b="0">
              <a:solidFill>
                <a:srgbClr val="0F52BA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-304800" lvl="0" marL="457200" rtl="0" algn="l">
              <a:spcBef>
                <a:spcPts val="900"/>
              </a:spcBef>
              <a:spcAft>
                <a:spcPts val="0"/>
              </a:spcAft>
              <a:buSzPts val="1200"/>
              <a:buChar char="●"/>
            </a:pPr>
            <a:r>
              <a:rPr b="1" lang="en" sz="1200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Fact tables: transaction metrics at order and order-item level.</a:t>
            </a:r>
            <a:endParaRPr sz="1200">
              <a:solidFill>
                <a:srgbClr val="12121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900"/>
              </a:spcBef>
              <a:spcAft>
                <a:spcPts val="900"/>
              </a:spcAft>
              <a:buSzPts val="1200"/>
              <a:buChar char="●"/>
            </a:pPr>
            <a:r>
              <a:rPr b="1" lang="en" sz="1200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Dimension tables: customer, product, seller, and date context for analysis.</a:t>
            </a:r>
            <a:endParaRPr sz="1200">
              <a:solidFill>
                <a:srgbClr val="12121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5" name="Google Shape;885;p32"/>
          <p:cNvSpPr txBox="1"/>
          <p:nvPr/>
        </p:nvSpPr>
        <p:spPr>
          <a:xfrm>
            <a:off x="256032" y="91440"/>
            <a:ext cx="18288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>
                <a:solidFill>
                  <a:srgbClr val="58606E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Data Quality &amp; Star Schema</a:t>
            </a:r>
            <a:endParaRPr b="1" sz="750">
              <a:solidFill>
                <a:srgbClr val="58606E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pic>
        <p:nvPicPr>
          <p:cNvPr id="886" name="Google Shape;88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075" y="611284"/>
            <a:ext cx="5458700" cy="3965117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32"/>
          <p:cNvSpPr txBox="1"/>
          <p:nvPr/>
        </p:nvSpPr>
        <p:spPr>
          <a:xfrm>
            <a:off x="5228775" y="4576400"/>
            <a:ext cx="37965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900"/>
              </a:spcAft>
              <a:buNone/>
            </a:pPr>
            <a:r>
              <a:rPr i="1" lang="en" sz="800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Link: https://dbdiagram.io/d/version-2-6a3118a15c789b8acb9377d1</a:t>
            </a:r>
            <a:endParaRPr b="0" i="1" sz="800">
              <a:solidFill>
                <a:srgbClr val="12121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88" name="Google Shape;888;p32"/>
          <p:cNvGrpSpPr/>
          <p:nvPr/>
        </p:nvGrpSpPr>
        <p:grpSpPr>
          <a:xfrm>
            <a:off x="381000" y="381000"/>
            <a:ext cx="8325000" cy="762000"/>
            <a:chOff x="0" y="0"/>
            <a:chExt cx="8325000" cy="762000"/>
          </a:xfrm>
        </p:grpSpPr>
        <p:sp>
          <p:nvSpPr>
            <p:cNvPr id="889" name="Google Shape;889;p32"/>
            <p:cNvSpPr/>
            <p:nvPr/>
          </p:nvSpPr>
          <p:spPr>
            <a:xfrm>
              <a:off x="0" y="0"/>
              <a:ext cx="38100" cy="762000"/>
            </a:xfrm>
            <a:prstGeom prst="rect">
              <a:avLst/>
            </a:prstGeom>
            <a:solidFill>
              <a:srgbClr val="0F52B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32"/>
            <p:cNvSpPr txBox="1"/>
            <p:nvPr/>
          </p:nvSpPr>
          <p:spPr>
            <a:xfrm>
              <a:off x="228600" y="0"/>
              <a:ext cx="8096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1" lang="en" sz="2498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rPr>
                <a:t>Star Schema Design</a:t>
              </a:r>
              <a:endParaRPr b="0" sz="1388">
                <a:solidFill>
                  <a:srgbClr val="5F63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6" name="Google Shape;896;p33"/>
          <p:cNvGrpSpPr/>
          <p:nvPr/>
        </p:nvGrpSpPr>
        <p:grpSpPr>
          <a:xfrm>
            <a:off x="381000" y="381000"/>
            <a:ext cx="8325000" cy="762000"/>
            <a:chOff x="0" y="0"/>
            <a:chExt cx="8325000" cy="762000"/>
          </a:xfrm>
        </p:grpSpPr>
        <p:sp>
          <p:nvSpPr>
            <p:cNvPr id="897" name="Google Shape;897;p33"/>
            <p:cNvSpPr/>
            <p:nvPr/>
          </p:nvSpPr>
          <p:spPr>
            <a:xfrm>
              <a:off x="0" y="0"/>
              <a:ext cx="38100" cy="762000"/>
            </a:xfrm>
            <a:prstGeom prst="rect">
              <a:avLst/>
            </a:prstGeom>
            <a:solidFill>
              <a:srgbClr val="0F52B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33"/>
            <p:cNvSpPr txBox="1"/>
            <p:nvPr/>
          </p:nvSpPr>
          <p:spPr>
            <a:xfrm>
              <a:off x="228600" y="0"/>
              <a:ext cx="8096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1" lang="en" sz="2498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rPr>
                <a:t>Dashboard Design</a:t>
              </a:r>
              <a:endParaRPr b="0" sz="1388">
                <a:solidFill>
                  <a:srgbClr val="5F63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99" name="Google Shape;899;p33"/>
          <p:cNvGrpSpPr/>
          <p:nvPr/>
        </p:nvGrpSpPr>
        <p:grpSpPr>
          <a:xfrm>
            <a:off x="381000" y="4762500"/>
            <a:ext cx="8382000" cy="285750"/>
            <a:chOff x="381000" y="4762500"/>
            <a:chExt cx="8382000" cy="285750"/>
          </a:xfrm>
        </p:grpSpPr>
        <p:cxnSp>
          <p:nvCxnSpPr>
            <p:cNvPr id="900" name="Google Shape;900;p33"/>
            <p:cNvCxnSpPr/>
            <p:nvPr/>
          </p:nvCxnSpPr>
          <p:spPr>
            <a:xfrm>
              <a:off x="381000" y="476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01" name="Google Shape;901;p33"/>
            <p:cNvSpPr txBox="1"/>
            <p:nvPr/>
          </p:nvSpPr>
          <p:spPr>
            <a:xfrm>
              <a:off x="381000" y="4857750"/>
              <a:ext cx="6970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DS5 Team 5</a:t>
              </a:r>
              <a:r>
                <a:rPr b="0"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 | </a:t>
              </a:r>
              <a:r>
                <a:rPr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Members: Caleb Cheah Peng Huat, Fiona Lim Yan Han, Kevin Chua, Ng Zhenxian, Soh Shi Hui </a:t>
              </a:r>
              <a:endParaRPr b="0" sz="10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02" name="Google Shape;902;p33"/>
            <p:cNvSpPr txBox="1"/>
            <p:nvPr/>
          </p:nvSpPr>
          <p:spPr>
            <a:xfrm>
              <a:off x="49530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June 2026</a:t>
              </a:r>
              <a:endParaRPr b="0" sz="10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903" name="Google Shape;903;p33"/>
          <p:cNvSpPr txBox="1"/>
          <p:nvPr/>
        </p:nvSpPr>
        <p:spPr>
          <a:xfrm>
            <a:off x="381000" y="1285625"/>
            <a:ext cx="4011600" cy="30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Extract &amp; Query</a:t>
            </a:r>
            <a:r>
              <a:rPr lang="en" sz="1500">
                <a:solidFill>
                  <a:schemeClr val="dk1"/>
                </a:solidFill>
              </a:rPr>
              <a:t> → Data from GCP, 7 BigQuery SQL queries → JSON files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900"/>
              </a:spcBef>
              <a:spcAft>
                <a:spcPts val="0"/>
              </a:spcAft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Static Site</a:t>
            </a:r>
            <a:r>
              <a:rPr lang="en" sz="1500">
                <a:solidFill>
                  <a:schemeClr val="dk1"/>
                </a:solidFill>
              </a:rPr>
              <a:t> →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index.html</a:t>
            </a:r>
            <a:r>
              <a:rPr lang="en" sz="1500">
                <a:solidFill>
                  <a:schemeClr val="dk1"/>
                </a:solidFill>
              </a:rPr>
              <a:t> + JSON, no server/database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900"/>
              </a:spcBef>
              <a:spcAft>
                <a:spcPts val="0"/>
              </a:spcAft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Render Charts</a:t>
            </a:r>
            <a:r>
              <a:rPr lang="en" sz="1500">
                <a:solidFill>
                  <a:schemeClr val="dk1"/>
                </a:solidFill>
              </a:rPr>
              <a:t> → Browser loads JSON, computes values → charts (growth, gaps, map, trends)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900"/>
              </a:spcBef>
              <a:spcAft>
                <a:spcPts val="0"/>
              </a:spcAft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Auto-Update (upcoming)</a:t>
            </a:r>
            <a:r>
              <a:rPr lang="en" sz="1500">
                <a:solidFill>
                  <a:schemeClr val="dk1"/>
                </a:solidFill>
              </a:rPr>
              <a:t> → GitHub Actions refresh JSON with latest BigQuery data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 sz="1500">
              <a:solidFill>
                <a:srgbClr val="0F52BA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pic>
        <p:nvPicPr>
          <p:cNvPr id="904" name="Google Shape;90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5325" y="917025"/>
            <a:ext cx="3163375" cy="3163375"/>
          </a:xfrm>
          <a:prstGeom prst="rect">
            <a:avLst/>
          </a:prstGeom>
          <a:solidFill>
            <a:srgbClr val="FAFAFB"/>
          </a:solidFill>
          <a:ln>
            <a:noFill/>
          </a:ln>
        </p:spPr>
      </p:pic>
      <p:sp>
        <p:nvSpPr>
          <p:cNvPr id="905" name="Google Shape;905;p33"/>
          <p:cNvSpPr txBox="1"/>
          <p:nvPr/>
        </p:nvSpPr>
        <p:spPr>
          <a:xfrm>
            <a:off x="256032" y="91440"/>
            <a:ext cx="18288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>
                <a:solidFill>
                  <a:srgbClr val="58606E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Data Quality &amp; Star Schema</a:t>
            </a:r>
            <a:endParaRPr b="1" sz="750">
              <a:solidFill>
                <a:srgbClr val="58606E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pic>
        <p:nvPicPr>
          <p:cNvPr id="906" name="Google Shape;906;p33"/>
          <p:cNvPicPr preferRelativeResize="0"/>
          <p:nvPr/>
        </p:nvPicPr>
        <p:blipFill rotWithShape="1">
          <a:blip r:embed="rId4">
            <a:alphaModFix/>
          </a:blip>
          <a:srcRect b="0" l="0" r="15505" t="0"/>
          <a:stretch/>
        </p:blipFill>
        <p:spPr>
          <a:xfrm>
            <a:off x="4328375" y="1183875"/>
            <a:ext cx="1511700" cy="2034250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33"/>
          <p:cNvSpPr txBox="1"/>
          <p:nvPr/>
        </p:nvSpPr>
        <p:spPr>
          <a:xfrm>
            <a:off x="5857013" y="40249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/>
              <a:t>https://fionalimyh.github.io/DS5-Team-5---Module-2-Assignment-Project/</a:t>
            </a:r>
            <a:endParaRPr i="1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34"/>
          <p:cNvSpPr/>
          <p:nvPr/>
        </p:nvSpPr>
        <p:spPr>
          <a:xfrm>
            <a:off x="35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34"/>
          <p:cNvSpPr/>
          <p:nvPr/>
        </p:nvSpPr>
        <p:spPr>
          <a:xfrm>
            <a:off x="35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34"/>
          <p:cNvSpPr/>
          <p:nvPr/>
        </p:nvSpPr>
        <p:spPr>
          <a:xfrm>
            <a:off x="35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34"/>
          <p:cNvSpPr/>
          <p:nvPr/>
        </p:nvSpPr>
        <p:spPr>
          <a:xfrm>
            <a:off x="35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34"/>
          <p:cNvSpPr/>
          <p:nvPr/>
        </p:nvSpPr>
        <p:spPr>
          <a:xfrm>
            <a:off x="35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34"/>
          <p:cNvSpPr/>
          <p:nvPr/>
        </p:nvSpPr>
        <p:spPr>
          <a:xfrm>
            <a:off x="35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34"/>
          <p:cNvSpPr/>
          <p:nvPr/>
        </p:nvSpPr>
        <p:spPr>
          <a:xfrm>
            <a:off x="35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34"/>
          <p:cNvSpPr/>
          <p:nvPr/>
        </p:nvSpPr>
        <p:spPr>
          <a:xfrm>
            <a:off x="35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34"/>
          <p:cNvSpPr/>
          <p:nvPr/>
        </p:nvSpPr>
        <p:spPr>
          <a:xfrm>
            <a:off x="35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34"/>
          <p:cNvSpPr/>
          <p:nvPr/>
        </p:nvSpPr>
        <p:spPr>
          <a:xfrm>
            <a:off x="35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34"/>
          <p:cNvSpPr/>
          <p:nvPr/>
        </p:nvSpPr>
        <p:spPr>
          <a:xfrm>
            <a:off x="35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34"/>
          <p:cNvSpPr/>
          <p:nvPr/>
        </p:nvSpPr>
        <p:spPr>
          <a:xfrm>
            <a:off x="35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34"/>
          <p:cNvSpPr/>
          <p:nvPr/>
        </p:nvSpPr>
        <p:spPr>
          <a:xfrm>
            <a:off x="35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34"/>
          <p:cNvSpPr/>
          <p:nvPr/>
        </p:nvSpPr>
        <p:spPr>
          <a:xfrm>
            <a:off x="35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34"/>
          <p:cNvSpPr/>
          <p:nvPr/>
        </p:nvSpPr>
        <p:spPr>
          <a:xfrm>
            <a:off x="35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34"/>
          <p:cNvSpPr/>
          <p:nvPr/>
        </p:nvSpPr>
        <p:spPr>
          <a:xfrm>
            <a:off x="35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34"/>
          <p:cNvSpPr/>
          <p:nvPr/>
        </p:nvSpPr>
        <p:spPr>
          <a:xfrm>
            <a:off x="35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34"/>
          <p:cNvSpPr/>
          <p:nvPr/>
        </p:nvSpPr>
        <p:spPr>
          <a:xfrm>
            <a:off x="35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34"/>
          <p:cNvSpPr/>
          <p:nvPr/>
        </p:nvSpPr>
        <p:spPr>
          <a:xfrm>
            <a:off x="35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34"/>
          <p:cNvSpPr/>
          <p:nvPr/>
        </p:nvSpPr>
        <p:spPr>
          <a:xfrm>
            <a:off x="35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34"/>
          <p:cNvSpPr/>
          <p:nvPr/>
        </p:nvSpPr>
        <p:spPr>
          <a:xfrm>
            <a:off x="35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34"/>
          <p:cNvSpPr/>
          <p:nvPr/>
        </p:nvSpPr>
        <p:spPr>
          <a:xfrm>
            <a:off x="57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34"/>
          <p:cNvSpPr/>
          <p:nvPr/>
        </p:nvSpPr>
        <p:spPr>
          <a:xfrm>
            <a:off x="57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34"/>
          <p:cNvSpPr/>
          <p:nvPr/>
        </p:nvSpPr>
        <p:spPr>
          <a:xfrm>
            <a:off x="57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34"/>
          <p:cNvSpPr/>
          <p:nvPr/>
        </p:nvSpPr>
        <p:spPr>
          <a:xfrm>
            <a:off x="57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34"/>
          <p:cNvSpPr/>
          <p:nvPr/>
        </p:nvSpPr>
        <p:spPr>
          <a:xfrm>
            <a:off x="57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34"/>
          <p:cNvSpPr/>
          <p:nvPr/>
        </p:nvSpPr>
        <p:spPr>
          <a:xfrm>
            <a:off x="57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34"/>
          <p:cNvSpPr/>
          <p:nvPr/>
        </p:nvSpPr>
        <p:spPr>
          <a:xfrm>
            <a:off x="57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34"/>
          <p:cNvSpPr/>
          <p:nvPr/>
        </p:nvSpPr>
        <p:spPr>
          <a:xfrm>
            <a:off x="57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34"/>
          <p:cNvSpPr/>
          <p:nvPr/>
        </p:nvSpPr>
        <p:spPr>
          <a:xfrm>
            <a:off x="57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34"/>
          <p:cNvSpPr/>
          <p:nvPr/>
        </p:nvSpPr>
        <p:spPr>
          <a:xfrm>
            <a:off x="57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34"/>
          <p:cNvSpPr/>
          <p:nvPr/>
        </p:nvSpPr>
        <p:spPr>
          <a:xfrm>
            <a:off x="57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34"/>
          <p:cNvSpPr/>
          <p:nvPr/>
        </p:nvSpPr>
        <p:spPr>
          <a:xfrm>
            <a:off x="57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34"/>
          <p:cNvSpPr/>
          <p:nvPr/>
        </p:nvSpPr>
        <p:spPr>
          <a:xfrm>
            <a:off x="57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34"/>
          <p:cNvSpPr/>
          <p:nvPr/>
        </p:nvSpPr>
        <p:spPr>
          <a:xfrm>
            <a:off x="57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34"/>
          <p:cNvSpPr/>
          <p:nvPr/>
        </p:nvSpPr>
        <p:spPr>
          <a:xfrm>
            <a:off x="57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34"/>
          <p:cNvSpPr/>
          <p:nvPr/>
        </p:nvSpPr>
        <p:spPr>
          <a:xfrm>
            <a:off x="57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34"/>
          <p:cNvSpPr/>
          <p:nvPr/>
        </p:nvSpPr>
        <p:spPr>
          <a:xfrm>
            <a:off x="57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34"/>
          <p:cNvSpPr/>
          <p:nvPr/>
        </p:nvSpPr>
        <p:spPr>
          <a:xfrm>
            <a:off x="57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34"/>
          <p:cNvSpPr/>
          <p:nvPr/>
        </p:nvSpPr>
        <p:spPr>
          <a:xfrm>
            <a:off x="57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34"/>
          <p:cNvSpPr/>
          <p:nvPr/>
        </p:nvSpPr>
        <p:spPr>
          <a:xfrm>
            <a:off x="57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34"/>
          <p:cNvSpPr/>
          <p:nvPr/>
        </p:nvSpPr>
        <p:spPr>
          <a:xfrm>
            <a:off x="57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34"/>
          <p:cNvSpPr/>
          <p:nvPr/>
        </p:nvSpPr>
        <p:spPr>
          <a:xfrm>
            <a:off x="79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34"/>
          <p:cNvSpPr/>
          <p:nvPr/>
        </p:nvSpPr>
        <p:spPr>
          <a:xfrm>
            <a:off x="79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34"/>
          <p:cNvSpPr/>
          <p:nvPr/>
        </p:nvSpPr>
        <p:spPr>
          <a:xfrm>
            <a:off x="79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34"/>
          <p:cNvSpPr/>
          <p:nvPr/>
        </p:nvSpPr>
        <p:spPr>
          <a:xfrm>
            <a:off x="79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34"/>
          <p:cNvSpPr/>
          <p:nvPr/>
        </p:nvSpPr>
        <p:spPr>
          <a:xfrm>
            <a:off x="79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34"/>
          <p:cNvSpPr/>
          <p:nvPr/>
        </p:nvSpPr>
        <p:spPr>
          <a:xfrm>
            <a:off x="79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34"/>
          <p:cNvSpPr/>
          <p:nvPr/>
        </p:nvSpPr>
        <p:spPr>
          <a:xfrm>
            <a:off x="79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34"/>
          <p:cNvSpPr/>
          <p:nvPr/>
        </p:nvSpPr>
        <p:spPr>
          <a:xfrm>
            <a:off x="79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34"/>
          <p:cNvSpPr/>
          <p:nvPr/>
        </p:nvSpPr>
        <p:spPr>
          <a:xfrm>
            <a:off x="79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34"/>
          <p:cNvSpPr/>
          <p:nvPr/>
        </p:nvSpPr>
        <p:spPr>
          <a:xfrm>
            <a:off x="79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34"/>
          <p:cNvSpPr/>
          <p:nvPr/>
        </p:nvSpPr>
        <p:spPr>
          <a:xfrm>
            <a:off x="79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34"/>
          <p:cNvSpPr/>
          <p:nvPr/>
        </p:nvSpPr>
        <p:spPr>
          <a:xfrm>
            <a:off x="79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34"/>
          <p:cNvSpPr/>
          <p:nvPr/>
        </p:nvSpPr>
        <p:spPr>
          <a:xfrm>
            <a:off x="79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34"/>
          <p:cNvSpPr/>
          <p:nvPr/>
        </p:nvSpPr>
        <p:spPr>
          <a:xfrm>
            <a:off x="79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34"/>
          <p:cNvSpPr/>
          <p:nvPr/>
        </p:nvSpPr>
        <p:spPr>
          <a:xfrm>
            <a:off x="79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34"/>
          <p:cNvSpPr/>
          <p:nvPr/>
        </p:nvSpPr>
        <p:spPr>
          <a:xfrm>
            <a:off x="79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34"/>
          <p:cNvSpPr/>
          <p:nvPr/>
        </p:nvSpPr>
        <p:spPr>
          <a:xfrm>
            <a:off x="79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34"/>
          <p:cNvSpPr/>
          <p:nvPr/>
        </p:nvSpPr>
        <p:spPr>
          <a:xfrm>
            <a:off x="79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34"/>
          <p:cNvSpPr/>
          <p:nvPr/>
        </p:nvSpPr>
        <p:spPr>
          <a:xfrm>
            <a:off x="79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34"/>
          <p:cNvSpPr/>
          <p:nvPr/>
        </p:nvSpPr>
        <p:spPr>
          <a:xfrm>
            <a:off x="79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34"/>
          <p:cNvSpPr/>
          <p:nvPr/>
        </p:nvSpPr>
        <p:spPr>
          <a:xfrm>
            <a:off x="79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34"/>
          <p:cNvSpPr/>
          <p:nvPr/>
        </p:nvSpPr>
        <p:spPr>
          <a:xfrm>
            <a:off x="101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34"/>
          <p:cNvSpPr/>
          <p:nvPr/>
        </p:nvSpPr>
        <p:spPr>
          <a:xfrm>
            <a:off x="101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34"/>
          <p:cNvSpPr/>
          <p:nvPr/>
        </p:nvSpPr>
        <p:spPr>
          <a:xfrm>
            <a:off x="101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34"/>
          <p:cNvSpPr/>
          <p:nvPr/>
        </p:nvSpPr>
        <p:spPr>
          <a:xfrm>
            <a:off x="101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34"/>
          <p:cNvSpPr/>
          <p:nvPr/>
        </p:nvSpPr>
        <p:spPr>
          <a:xfrm>
            <a:off x="101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34"/>
          <p:cNvSpPr/>
          <p:nvPr/>
        </p:nvSpPr>
        <p:spPr>
          <a:xfrm>
            <a:off x="101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34"/>
          <p:cNvSpPr/>
          <p:nvPr/>
        </p:nvSpPr>
        <p:spPr>
          <a:xfrm>
            <a:off x="101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34"/>
          <p:cNvSpPr/>
          <p:nvPr/>
        </p:nvSpPr>
        <p:spPr>
          <a:xfrm>
            <a:off x="101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34"/>
          <p:cNvSpPr/>
          <p:nvPr/>
        </p:nvSpPr>
        <p:spPr>
          <a:xfrm>
            <a:off x="101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34"/>
          <p:cNvSpPr/>
          <p:nvPr/>
        </p:nvSpPr>
        <p:spPr>
          <a:xfrm>
            <a:off x="101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34"/>
          <p:cNvSpPr/>
          <p:nvPr/>
        </p:nvSpPr>
        <p:spPr>
          <a:xfrm>
            <a:off x="101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34"/>
          <p:cNvSpPr/>
          <p:nvPr/>
        </p:nvSpPr>
        <p:spPr>
          <a:xfrm>
            <a:off x="101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34"/>
          <p:cNvSpPr/>
          <p:nvPr/>
        </p:nvSpPr>
        <p:spPr>
          <a:xfrm>
            <a:off x="101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34"/>
          <p:cNvSpPr/>
          <p:nvPr/>
        </p:nvSpPr>
        <p:spPr>
          <a:xfrm>
            <a:off x="101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34"/>
          <p:cNvSpPr/>
          <p:nvPr/>
        </p:nvSpPr>
        <p:spPr>
          <a:xfrm>
            <a:off x="101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34"/>
          <p:cNvSpPr/>
          <p:nvPr/>
        </p:nvSpPr>
        <p:spPr>
          <a:xfrm>
            <a:off x="101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34"/>
          <p:cNvSpPr/>
          <p:nvPr/>
        </p:nvSpPr>
        <p:spPr>
          <a:xfrm>
            <a:off x="101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34"/>
          <p:cNvSpPr/>
          <p:nvPr/>
        </p:nvSpPr>
        <p:spPr>
          <a:xfrm>
            <a:off x="101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34"/>
          <p:cNvSpPr/>
          <p:nvPr/>
        </p:nvSpPr>
        <p:spPr>
          <a:xfrm>
            <a:off x="101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34"/>
          <p:cNvSpPr/>
          <p:nvPr/>
        </p:nvSpPr>
        <p:spPr>
          <a:xfrm>
            <a:off x="101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34"/>
          <p:cNvSpPr/>
          <p:nvPr/>
        </p:nvSpPr>
        <p:spPr>
          <a:xfrm>
            <a:off x="101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34"/>
          <p:cNvSpPr/>
          <p:nvPr/>
        </p:nvSpPr>
        <p:spPr>
          <a:xfrm>
            <a:off x="123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34"/>
          <p:cNvSpPr/>
          <p:nvPr/>
        </p:nvSpPr>
        <p:spPr>
          <a:xfrm>
            <a:off x="123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34"/>
          <p:cNvSpPr/>
          <p:nvPr/>
        </p:nvSpPr>
        <p:spPr>
          <a:xfrm>
            <a:off x="123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34"/>
          <p:cNvSpPr/>
          <p:nvPr/>
        </p:nvSpPr>
        <p:spPr>
          <a:xfrm>
            <a:off x="123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34"/>
          <p:cNvSpPr/>
          <p:nvPr/>
        </p:nvSpPr>
        <p:spPr>
          <a:xfrm>
            <a:off x="123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34"/>
          <p:cNvSpPr/>
          <p:nvPr/>
        </p:nvSpPr>
        <p:spPr>
          <a:xfrm>
            <a:off x="123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34"/>
          <p:cNvSpPr/>
          <p:nvPr/>
        </p:nvSpPr>
        <p:spPr>
          <a:xfrm>
            <a:off x="123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34"/>
          <p:cNvSpPr/>
          <p:nvPr/>
        </p:nvSpPr>
        <p:spPr>
          <a:xfrm>
            <a:off x="123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34"/>
          <p:cNvSpPr/>
          <p:nvPr/>
        </p:nvSpPr>
        <p:spPr>
          <a:xfrm>
            <a:off x="123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34"/>
          <p:cNvSpPr/>
          <p:nvPr/>
        </p:nvSpPr>
        <p:spPr>
          <a:xfrm>
            <a:off x="123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34"/>
          <p:cNvSpPr/>
          <p:nvPr/>
        </p:nvSpPr>
        <p:spPr>
          <a:xfrm>
            <a:off x="123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34"/>
          <p:cNvSpPr/>
          <p:nvPr/>
        </p:nvSpPr>
        <p:spPr>
          <a:xfrm>
            <a:off x="123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34"/>
          <p:cNvSpPr/>
          <p:nvPr/>
        </p:nvSpPr>
        <p:spPr>
          <a:xfrm>
            <a:off x="123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34"/>
          <p:cNvSpPr/>
          <p:nvPr/>
        </p:nvSpPr>
        <p:spPr>
          <a:xfrm>
            <a:off x="123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34"/>
          <p:cNvSpPr/>
          <p:nvPr/>
        </p:nvSpPr>
        <p:spPr>
          <a:xfrm>
            <a:off x="123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34"/>
          <p:cNvSpPr/>
          <p:nvPr/>
        </p:nvSpPr>
        <p:spPr>
          <a:xfrm>
            <a:off x="123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34"/>
          <p:cNvSpPr/>
          <p:nvPr/>
        </p:nvSpPr>
        <p:spPr>
          <a:xfrm>
            <a:off x="123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34"/>
          <p:cNvSpPr/>
          <p:nvPr/>
        </p:nvSpPr>
        <p:spPr>
          <a:xfrm>
            <a:off x="123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34"/>
          <p:cNvSpPr/>
          <p:nvPr/>
        </p:nvSpPr>
        <p:spPr>
          <a:xfrm>
            <a:off x="123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34"/>
          <p:cNvSpPr/>
          <p:nvPr/>
        </p:nvSpPr>
        <p:spPr>
          <a:xfrm>
            <a:off x="123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34"/>
          <p:cNvSpPr/>
          <p:nvPr/>
        </p:nvSpPr>
        <p:spPr>
          <a:xfrm>
            <a:off x="123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34"/>
          <p:cNvSpPr/>
          <p:nvPr/>
        </p:nvSpPr>
        <p:spPr>
          <a:xfrm>
            <a:off x="145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34"/>
          <p:cNvSpPr/>
          <p:nvPr/>
        </p:nvSpPr>
        <p:spPr>
          <a:xfrm>
            <a:off x="145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34"/>
          <p:cNvSpPr/>
          <p:nvPr/>
        </p:nvSpPr>
        <p:spPr>
          <a:xfrm>
            <a:off x="145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34"/>
          <p:cNvSpPr/>
          <p:nvPr/>
        </p:nvSpPr>
        <p:spPr>
          <a:xfrm>
            <a:off x="145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34"/>
          <p:cNvSpPr/>
          <p:nvPr/>
        </p:nvSpPr>
        <p:spPr>
          <a:xfrm>
            <a:off x="145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34"/>
          <p:cNvSpPr/>
          <p:nvPr/>
        </p:nvSpPr>
        <p:spPr>
          <a:xfrm>
            <a:off x="145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34"/>
          <p:cNvSpPr/>
          <p:nvPr/>
        </p:nvSpPr>
        <p:spPr>
          <a:xfrm>
            <a:off x="145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34"/>
          <p:cNvSpPr/>
          <p:nvPr/>
        </p:nvSpPr>
        <p:spPr>
          <a:xfrm>
            <a:off x="145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34"/>
          <p:cNvSpPr/>
          <p:nvPr/>
        </p:nvSpPr>
        <p:spPr>
          <a:xfrm>
            <a:off x="145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34"/>
          <p:cNvSpPr/>
          <p:nvPr/>
        </p:nvSpPr>
        <p:spPr>
          <a:xfrm>
            <a:off x="145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34"/>
          <p:cNvSpPr/>
          <p:nvPr/>
        </p:nvSpPr>
        <p:spPr>
          <a:xfrm>
            <a:off x="145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34"/>
          <p:cNvSpPr/>
          <p:nvPr/>
        </p:nvSpPr>
        <p:spPr>
          <a:xfrm>
            <a:off x="145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34"/>
          <p:cNvSpPr/>
          <p:nvPr/>
        </p:nvSpPr>
        <p:spPr>
          <a:xfrm>
            <a:off x="145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p34"/>
          <p:cNvSpPr/>
          <p:nvPr/>
        </p:nvSpPr>
        <p:spPr>
          <a:xfrm>
            <a:off x="145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34"/>
          <p:cNvSpPr/>
          <p:nvPr/>
        </p:nvSpPr>
        <p:spPr>
          <a:xfrm>
            <a:off x="145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34"/>
          <p:cNvSpPr/>
          <p:nvPr/>
        </p:nvSpPr>
        <p:spPr>
          <a:xfrm>
            <a:off x="145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34"/>
          <p:cNvSpPr/>
          <p:nvPr/>
        </p:nvSpPr>
        <p:spPr>
          <a:xfrm>
            <a:off x="145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34"/>
          <p:cNvSpPr/>
          <p:nvPr/>
        </p:nvSpPr>
        <p:spPr>
          <a:xfrm>
            <a:off x="145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34"/>
          <p:cNvSpPr/>
          <p:nvPr/>
        </p:nvSpPr>
        <p:spPr>
          <a:xfrm>
            <a:off x="145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34"/>
          <p:cNvSpPr/>
          <p:nvPr/>
        </p:nvSpPr>
        <p:spPr>
          <a:xfrm>
            <a:off x="145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34"/>
          <p:cNvSpPr/>
          <p:nvPr/>
        </p:nvSpPr>
        <p:spPr>
          <a:xfrm>
            <a:off x="145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34"/>
          <p:cNvSpPr/>
          <p:nvPr/>
        </p:nvSpPr>
        <p:spPr>
          <a:xfrm>
            <a:off x="167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34"/>
          <p:cNvSpPr/>
          <p:nvPr/>
        </p:nvSpPr>
        <p:spPr>
          <a:xfrm>
            <a:off x="167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34"/>
          <p:cNvSpPr/>
          <p:nvPr/>
        </p:nvSpPr>
        <p:spPr>
          <a:xfrm>
            <a:off x="167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34"/>
          <p:cNvSpPr/>
          <p:nvPr/>
        </p:nvSpPr>
        <p:spPr>
          <a:xfrm>
            <a:off x="167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34"/>
          <p:cNvSpPr/>
          <p:nvPr/>
        </p:nvSpPr>
        <p:spPr>
          <a:xfrm>
            <a:off x="167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34"/>
          <p:cNvSpPr/>
          <p:nvPr/>
        </p:nvSpPr>
        <p:spPr>
          <a:xfrm>
            <a:off x="167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34"/>
          <p:cNvSpPr/>
          <p:nvPr/>
        </p:nvSpPr>
        <p:spPr>
          <a:xfrm>
            <a:off x="167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34"/>
          <p:cNvSpPr/>
          <p:nvPr/>
        </p:nvSpPr>
        <p:spPr>
          <a:xfrm>
            <a:off x="167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34"/>
          <p:cNvSpPr/>
          <p:nvPr/>
        </p:nvSpPr>
        <p:spPr>
          <a:xfrm>
            <a:off x="167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34"/>
          <p:cNvSpPr/>
          <p:nvPr/>
        </p:nvSpPr>
        <p:spPr>
          <a:xfrm>
            <a:off x="167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34"/>
          <p:cNvSpPr/>
          <p:nvPr/>
        </p:nvSpPr>
        <p:spPr>
          <a:xfrm>
            <a:off x="167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34"/>
          <p:cNvSpPr/>
          <p:nvPr/>
        </p:nvSpPr>
        <p:spPr>
          <a:xfrm>
            <a:off x="167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34"/>
          <p:cNvSpPr/>
          <p:nvPr/>
        </p:nvSpPr>
        <p:spPr>
          <a:xfrm>
            <a:off x="167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34"/>
          <p:cNvSpPr/>
          <p:nvPr/>
        </p:nvSpPr>
        <p:spPr>
          <a:xfrm>
            <a:off x="167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34"/>
          <p:cNvSpPr/>
          <p:nvPr/>
        </p:nvSpPr>
        <p:spPr>
          <a:xfrm>
            <a:off x="167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34"/>
          <p:cNvSpPr/>
          <p:nvPr/>
        </p:nvSpPr>
        <p:spPr>
          <a:xfrm>
            <a:off x="167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34"/>
          <p:cNvSpPr/>
          <p:nvPr/>
        </p:nvSpPr>
        <p:spPr>
          <a:xfrm>
            <a:off x="167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p34"/>
          <p:cNvSpPr/>
          <p:nvPr/>
        </p:nvSpPr>
        <p:spPr>
          <a:xfrm>
            <a:off x="167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34"/>
          <p:cNvSpPr/>
          <p:nvPr/>
        </p:nvSpPr>
        <p:spPr>
          <a:xfrm>
            <a:off x="167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34"/>
          <p:cNvSpPr/>
          <p:nvPr/>
        </p:nvSpPr>
        <p:spPr>
          <a:xfrm>
            <a:off x="167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34"/>
          <p:cNvSpPr/>
          <p:nvPr/>
        </p:nvSpPr>
        <p:spPr>
          <a:xfrm>
            <a:off x="167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34"/>
          <p:cNvSpPr/>
          <p:nvPr/>
        </p:nvSpPr>
        <p:spPr>
          <a:xfrm>
            <a:off x="189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34"/>
          <p:cNvSpPr/>
          <p:nvPr/>
        </p:nvSpPr>
        <p:spPr>
          <a:xfrm>
            <a:off x="189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34"/>
          <p:cNvSpPr/>
          <p:nvPr/>
        </p:nvSpPr>
        <p:spPr>
          <a:xfrm>
            <a:off x="189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34"/>
          <p:cNvSpPr/>
          <p:nvPr/>
        </p:nvSpPr>
        <p:spPr>
          <a:xfrm>
            <a:off x="189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34"/>
          <p:cNvSpPr/>
          <p:nvPr/>
        </p:nvSpPr>
        <p:spPr>
          <a:xfrm>
            <a:off x="189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34"/>
          <p:cNvSpPr/>
          <p:nvPr/>
        </p:nvSpPr>
        <p:spPr>
          <a:xfrm>
            <a:off x="189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34"/>
          <p:cNvSpPr/>
          <p:nvPr/>
        </p:nvSpPr>
        <p:spPr>
          <a:xfrm>
            <a:off x="189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34"/>
          <p:cNvSpPr/>
          <p:nvPr/>
        </p:nvSpPr>
        <p:spPr>
          <a:xfrm>
            <a:off x="189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34"/>
          <p:cNvSpPr/>
          <p:nvPr/>
        </p:nvSpPr>
        <p:spPr>
          <a:xfrm>
            <a:off x="189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34"/>
          <p:cNvSpPr/>
          <p:nvPr/>
        </p:nvSpPr>
        <p:spPr>
          <a:xfrm>
            <a:off x="189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34"/>
          <p:cNvSpPr/>
          <p:nvPr/>
        </p:nvSpPr>
        <p:spPr>
          <a:xfrm>
            <a:off x="189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34"/>
          <p:cNvSpPr/>
          <p:nvPr/>
        </p:nvSpPr>
        <p:spPr>
          <a:xfrm>
            <a:off x="189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34"/>
          <p:cNvSpPr/>
          <p:nvPr/>
        </p:nvSpPr>
        <p:spPr>
          <a:xfrm>
            <a:off x="189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34"/>
          <p:cNvSpPr/>
          <p:nvPr/>
        </p:nvSpPr>
        <p:spPr>
          <a:xfrm>
            <a:off x="189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34"/>
          <p:cNvSpPr/>
          <p:nvPr/>
        </p:nvSpPr>
        <p:spPr>
          <a:xfrm>
            <a:off x="189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34"/>
          <p:cNvSpPr/>
          <p:nvPr/>
        </p:nvSpPr>
        <p:spPr>
          <a:xfrm>
            <a:off x="189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34"/>
          <p:cNvSpPr/>
          <p:nvPr/>
        </p:nvSpPr>
        <p:spPr>
          <a:xfrm>
            <a:off x="189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34"/>
          <p:cNvSpPr/>
          <p:nvPr/>
        </p:nvSpPr>
        <p:spPr>
          <a:xfrm>
            <a:off x="189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34"/>
          <p:cNvSpPr/>
          <p:nvPr/>
        </p:nvSpPr>
        <p:spPr>
          <a:xfrm>
            <a:off x="189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34"/>
          <p:cNvSpPr/>
          <p:nvPr/>
        </p:nvSpPr>
        <p:spPr>
          <a:xfrm>
            <a:off x="189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34"/>
          <p:cNvSpPr/>
          <p:nvPr/>
        </p:nvSpPr>
        <p:spPr>
          <a:xfrm>
            <a:off x="189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34"/>
          <p:cNvSpPr/>
          <p:nvPr/>
        </p:nvSpPr>
        <p:spPr>
          <a:xfrm>
            <a:off x="211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34"/>
          <p:cNvSpPr/>
          <p:nvPr/>
        </p:nvSpPr>
        <p:spPr>
          <a:xfrm>
            <a:off x="211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34"/>
          <p:cNvSpPr/>
          <p:nvPr/>
        </p:nvSpPr>
        <p:spPr>
          <a:xfrm>
            <a:off x="211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34"/>
          <p:cNvSpPr/>
          <p:nvPr/>
        </p:nvSpPr>
        <p:spPr>
          <a:xfrm>
            <a:off x="211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34"/>
          <p:cNvSpPr/>
          <p:nvPr/>
        </p:nvSpPr>
        <p:spPr>
          <a:xfrm>
            <a:off x="211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34"/>
          <p:cNvSpPr/>
          <p:nvPr/>
        </p:nvSpPr>
        <p:spPr>
          <a:xfrm>
            <a:off x="211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34"/>
          <p:cNvSpPr/>
          <p:nvPr/>
        </p:nvSpPr>
        <p:spPr>
          <a:xfrm>
            <a:off x="211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34"/>
          <p:cNvSpPr/>
          <p:nvPr/>
        </p:nvSpPr>
        <p:spPr>
          <a:xfrm>
            <a:off x="211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p34"/>
          <p:cNvSpPr/>
          <p:nvPr/>
        </p:nvSpPr>
        <p:spPr>
          <a:xfrm>
            <a:off x="211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34"/>
          <p:cNvSpPr/>
          <p:nvPr/>
        </p:nvSpPr>
        <p:spPr>
          <a:xfrm>
            <a:off x="211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34"/>
          <p:cNvSpPr/>
          <p:nvPr/>
        </p:nvSpPr>
        <p:spPr>
          <a:xfrm>
            <a:off x="211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34"/>
          <p:cNvSpPr/>
          <p:nvPr/>
        </p:nvSpPr>
        <p:spPr>
          <a:xfrm>
            <a:off x="211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34"/>
          <p:cNvSpPr/>
          <p:nvPr/>
        </p:nvSpPr>
        <p:spPr>
          <a:xfrm>
            <a:off x="211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34"/>
          <p:cNvSpPr/>
          <p:nvPr/>
        </p:nvSpPr>
        <p:spPr>
          <a:xfrm>
            <a:off x="211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34"/>
          <p:cNvSpPr/>
          <p:nvPr/>
        </p:nvSpPr>
        <p:spPr>
          <a:xfrm>
            <a:off x="211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34"/>
          <p:cNvSpPr/>
          <p:nvPr/>
        </p:nvSpPr>
        <p:spPr>
          <a:xfrm>
            <a:off x="211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34"/>
          <p:cNvSpPr/>
          <p:nvPr/>
        </p:nvSpPr>
        <p:spPr>
          <a:xfrm>
            <a:off x="211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34"/>
          <p:cNvSpPr/>
          <p:nvPr/>
        </p:nvSpPr>
        <p:spPr>
          <a:xfrm>
            <a:off x="211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34"/>
          <p:cNvSpPr/>
          <p:nvPr/>
        </p:nvSpPr>
        <p:spPr>
          <a:xfrm>
            <a:off x="211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34"/>
          <p:cNvSpPr/>
          <p:nvPr/>
        </p:nvSpPr>
        <p:spPr>
          <a:xfrm>
            <a:off x="211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34"/>
          <p:cNvSpPr/>
          <p:nvPr/>
        </p:nvSpPr>
        <p:spPr>
          <a:xfrm>
            <a:off x="211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34"/>
          <p:cNvSpPr/>
          <p:nvPr/>
        </p:nvSpPr>
        <p:spPr>
          <a:xfrm>
            <a:off x="233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34"/>
          <p:cNvSpPr/>
          <p:nvPr/>
        </p:nvSpPr>
        <p:spPr>
          <a:xfrm>
            <a:off x="233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34"/>
          <p:cNvSpPr/>
          <p:nvPr/>
        </p:nvSpPr>
        <p:spPr>
          <a:xfrm>
            <a:off x="233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34"/>
          <p:cNvSpPr/>
          <p:nvPr/>
        </p:nvSpPr>
        <p:spPr>
          <a:xfrm>
            <a:off x="233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34"/>
          <p:cNvSpPr/>
          <p:nvPr/>
        </p:nvSpPr>
        <p:spPr>
          <a:xfrm>
            <a:off x="233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34"/>
          <p:cNvSpPr/>
          <p:nvPr/>
        </p:nvSpPr>
        <p:spPr>
          <a:xfrm>
            <a:off x="233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34"/>
          <p:cNvSpPr/>
          <p:nvPr/>
        </p:nvSpPr>
        <p:spPr>
          <a:xfrm>
            <a:off x="233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34"/>
          <p:cNvSpPr/>
          <p:nvPr/>
        </p:nvSpPr>
        <p:spPr>
          <a:xfrm>
            <a:off x="233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34"/>
          <p:cNvSpPr/>
          <p:nvPr/>
        </p:nvSpPr>
        <p:spPr>
          <a:xfrm>
            <a:off x="233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34"/>
          <p:cNvSpPr/>
          <p:nvPr/>
        </p:nvSpPr>
        <p:spPr>
          <a:xfrm>
            <a:off x="233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34"/>
          <p:cNvSpPr/>
          <p:nvPr/>
        </p:nvSpPr>
        <p:spPr>
          <a:xfrm>
            <a:off x="233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34"/>
          <p:cNvSpPr/>
          <p:nvPr/>
        </p:nvSpPr>
        <p:spPr>
          <a:xfrm>
            <a:off x="233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34"/>
          <p:cNvSpPr/>
          <p:nvPr/>
        </p:nvSpPr>
        <p:spPr>
          <a:xfrm>
            <a:off x="233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34"/>
          <p:cNvSpPr/>
          <p:nvPr/>
        </p:nvSpPr>
        <p:spPr>
          <a:xfrm>
            <a:off x="233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34"/>
          <p:cNvSpPr/>
          <p:nvPr/>
        </p:nvSpPr>
        <p:spPr>
          <a:xfrm>
            <a:off x="233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34"/>
          <p:cNvSpPr/>
          <p:nvPr/>
        </p:nvSpPr>
        <p:spPr>
          <a:xfrm>
            <a:off x="233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34"/>
          <p:cNvSpPr/>
          <p:nvPr/>
        </p:nvSpPr>
        <p:spPr>
          <a:xfrm>
            <a:off x="233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34"/>
          <p:cNvSpPr/>
          <p:nvPr/>
        </p:nvSpPr>
        <p:spPr>
          <a:xfrm>
            <a:off x="233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34"/>
          <p:cNvSpPr/>
          <p:nvPr/>
        </p:nvSpPr>
        <p:spPr>
          <a:xfrm>
            <a:off x="233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34"/>
          <p:cNvSpPr/>
          <p:nvPr/>
        </p:nvSpPr>
        <p:spPr>
          <a:xfrm>
            <a:off x="233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p34"/>
          <p:cNvSpPr/>
          <p:nvPr/>
        </p:nvSpPr>
        <p:spPr>
          <a:xfrm>
            <a:off x="233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34"/>
          <p:cNvSpPr/>
          <p:nvPr/>
        </p:nvSpPr>
        <p:spPr>
          <a:xfrm>
            <a:off x="255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34"/>
          <p:cNvSpPr/>
          <p:nvPr/>
        </p:nvSpPr>
        <p:spPr>
          <a:xfrm>
            <a:off x="255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Google Shape;1124;p34"/>
          <p:cNvSpPr/>
          <p:nvPr/>
        </p:nvSpPr>
        <p:spPr>
          <a:xfrm>
            <a:off x="255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34"/>
          <p:cNvSpPr/>
          <p:nvPr/>
        </p:nvSpPr>
        <p:spPr>
          <a:xfrm>
            <a:off x="255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34"/>
          <p:cNvSpPr/>
          <p:nvPr/>
        </p:nvSpPr>
        <p:spPr>
          <a:xfrm>
            <a:off x="255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p34"/>
          <p:cNvSpPr/>
          <p:nvPr/>
        </p:nvSpPr>
        <p:spPr>
          <a:xfrm>
            <a:off x="255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34"/>
          <p:cNvSpPr/>
          <p:nvPr/>
        </p:nvSpPr>
        <p:spPr>
          <a:xfrm>
            <a:off x="255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34"/>
          <p:cNvSpPr/>
          <p:nvPr/>
        </p:nvSpPr>
        <p:spPr>
          <a:xfrm>
            <a:off x="255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34"/>
          <p:cNvSpPr/>
          <p:nvPr/>
        </p:nvSpPr>
        <p:spPr>
          <a:xfrm>
            <a:off x="255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34"/>
          <p:cNvSpPr/>
          <p:nvPr/>
        </p:nvSpPr>
        <p:spPr>
          <a:xfrm>
            <a:off x="255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34"/>
          <p:cNvSpPr/>
          <p:nvPr/>
        </p:nvSpPr>
        <p:spPr>
          <a:xfrm>
            <a:off x="255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34"/>
          <p:cNvSpPr/>
          <p:nvPr/>
        </p:nvSpPr>
        <p:spPr>
          <a:xfrm>
            <a:off x="255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34"/>
          <p:cNvSpPr/>
          <p:nvPr/>
        </p:nvSpPr>
        <p:spPr>
          <a:xfrm>
            <a:off x="255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34"/>
          <p:cNvSpPr/>
          <p:nvPr/>
        </p:nvSpPr>
        <p:spPr>
          <a:xfrm>
            <a:off x="255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34"/>
          <p:cNvSpPr/>
          <p:nvPr/>
        </p:nvSpPr>
        <p:spPr>
          <a:xfrm>
            <a:off x="255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34"/>
          <p:cNvSpPr/>
          <p:nvPr/>
        </p:nvSpPr>
        <p:spPr>
          <a:xfrm>
            <a:off x="255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34"/>
          <p:cNvSpPr/>
          <p:nvPr/>
        </p:nvSpPr>
        <p:spPr>
          <a:xfrm>
            <a:off x="255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34"/>
          <p:cNvSpPr/>
          <p:nvPr/>
        </p:nvSpPr>
        <p:spPr>
          <a:xfrm>
            <a:off x="255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34"/>
          <p:cNvSpPr/>
          <p:nvPr/>
        </p:nvSpPr>
        <p:spPr>
          <a:xfrm>
            <a:off x="255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1" name="Google Shape;1141;p34"/>
          <p:cNvSpPr/>
          <p:nvPr/>
        </p:nvSpPr>
        <p:spPr>
          <a:xfrm>
            <a:off x="255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34"/>
          <p:cNvSpPr/>
          <p:nvPr/>
        </p:nvSpPr>
        <p:spPr>
          <a:xfrm>
            <a:off x="255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p34"/>
          <p:cNvSpPr/>
          <p:nvPr/>
        </p:nvSpPr>
        <p:spPr>
          <a:xfrm>
            <a:off x="277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p34"/>
          <p:cNvSpPr/>
          <p:nvPr/>
        </p:nvSpPr>
        <p:spPr>
          <a:xfrm>
            <a:off x="277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p34"/>
          <p:cNvSpPr/>
          <p:nvPr/>
        </p:nvSpPr>
        <p:spPr>
          <a:xfrm>
            <a:off x="277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34"/>
          <p:cNvSpPr/>
          <p:nvPr/>
        </p:nvSpPr>
        <p:spPr>
          <a:xfrm>
            <a:off x="277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34"/>
          <p:cNvSpPr/>
          <p:nvPr/>
        </p:nvSpPr>
        <p:spPr>
          <a:xfrm>
            <a:off x="277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34"/>
          <p:cNvSpPr/>
          <p:nvPr/>
        </p:nvSpPr>
        <p:spPr>
          <a:xfrm>
            <a:off x="277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34"/>
          <p:cNvSpPr/>
          <p:nvPr/>
        </p:nvSpPr>
        <p:spPr>
          <a:xfrm>
            <a:off x="277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34"/>
          <p:cNvSpPr/>
          <p:nvPr/>
        </p:nvSpPr>
        <p:spPr>
          <a:xfrm>
            <a:off x="277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34"/>
          <p:cNvSpPr/>
          <p:nvPr/>
        </p:nvSpPr>
        <p:spPr>
          <a:xfrm>
            <a:off x="277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34"/>
          <p:cNvSpPr/>
          <p:nvPr/>
        </p:nvSpPr>
        <p:spPr>
          <a:xfrm>
            <a:off x="277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34"/>
          <p:cNvSpPr/>
          <p:nvPr/>
        </p:nvSpPr>
        <p:spPr>
          <a:xfrm>
            <a:off x="277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34"/>
          <p:cNvSpPr/>
          <p:nvPr/>
        </p:nvSpPr>
        <p:spPr>
          <a:xfrm>
            <a:off x="277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34"/>
          <p:cNvSpPr/>
          <p:nvPr/>
        </p:nvSpPr>
        <p:spPr>
          <a:xfrm>
            <a:off x="277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34"/>
          <p:cNvSpPr/>
          <p:nvPr/>
        </p:nvSpPr>
        <p:spPr>
          <a:xfrm>
            <a:off x="277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34"/>
          <p:cNvSpPr/>
          <p:nvPr/>
        </p:nvSpPr>
        <p:spPr>
          <a:xfrm>
            <a:off x="277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34"/>
          <p:cNvSpPr/>
          <p:nvPr/>
        </p:nvSpPr>
        <p:spPr>
          <a:xfrm>
            <a:off x="277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34"/>
          <p:cNvSpPr/>
          <p:nvPr/>
        </p:nvSpPr>
        <p:spPr>
          <a:xfrm>
            <a:off x="277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34"/>
          <p:cNvSpPr/>
          <p:nvPr/>
        </p:nvSpPr>
        <p:spPr>
          <a:xfrm>
            <a:off x="277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34"/>
          <p:cNvSpPr/>
          <p:nvPr/>
        </p:nvSpPr>
        <p:spPr>
          <a:xfrm>
            <a:off x="277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34"/>
          <p:cNvSpPr/>
          <p:nvPr/>
        </p:nvSpPr>
        <p:spPr>
          <a:xfrm>
            <a:off x="277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34"/>
          <p:cNvSpPr/>
          <p:nvPr/>
        </p:nvSpPr>
        <p:spPr>
          <a:xfrm>
            <a:off x="277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34"/>
          <p:cNvSpPr/>
          <p:nvPr/>
        </p:nvSpPr>
        <p:spPr>
          <a:xfrm>
            <a:off x="299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34"/>
          <p:cNvSpPr/>
          <p:nvPr/>
        </p:nvSpPr>
        <p:spPr>
          <a:xfrm>
            <a:off x="299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34"/>
          <p:cNvSpPr/>
          <p:nvPr/>
        </p:nvSpPr>
        <p:spPr>
          <a:xfrm>
            <a:off x="299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34"/>
          <p:cNvSpPr/>
          <p:nvPr/>
        </p:nvSpPr>
        <p:spPr>
          <a:xfrm>
            <a:off x="299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34"/>
          <p:cNvSpPr/>
          <p:nvPr/>
        </p:nvSpPr>
        <p:spPr>
          <a:xfrm>
            <a:off x="299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34"/>
          <p:cNvSpPr/>
          <p:nvPr/>
        </p:nvSpPr>
        <p:spPr>
          <a:xfrm>
            <a:off x="299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34"/>
          <p:cNvSpPr/>
          <p:nvPr/>
        </p:nvSpPr>
        <p:spPr>
          <a:xfrm>
            <a:off x="299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34"/>
          <p:cNvSpPr/>
          <p:nvPr/>
        </p:nvSpPr>
        <p:spPr>
          <a:xfrm>
            <a:off x="299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34"/>
          <p:cNvSpPr/>
          <p:nvPr/>
        </p:nvSpPr>
        <p:spPr>
          <a:xfrm>
            <a:off x="299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34"/>
          <p:cNvSpPr/>
          <p:nvPr/>
        </p:nvSpPr>
        <p:spPr>
          <a:xfrm>
            <a:off x="299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34"/>
          <p:cNvSpPr/>
          <p:nvPr/>
        </p:nvSpPr>
        <p:spPr>
          <a:xfrm>
            <a:off x="299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34"/>
          <p:cNvSpPr/>
          <p:nvPr/>
        </p:nvSpPr>
        <p:spPr>
          <a:xfrm>
            <a:off x="299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34"/>
          <p:cNvSpPr/>
          <p:nvPr/>
        </p:nvSpPr>
        <p:spPr>
          <a:xfrm>
            <a:off x="299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34"/>
          <p:cNvSpPr/>
          <p:nvPr/>
        </p:nvSpPr>
        <p:spPr>
          <a:xfrm>
            <a:off x="299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34"/>
          <p:cNvSpPr/>
          <p:nvPr/>
        </p:nvSpPr>
        <p:spPr>
          <a:xfrm>
            <a:off x="299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34"/>
          <p:cNvSpPr/>
          <p:nvPr/>
        </p:nvSpPr>
        <p:spPr>
          <a:xfrm>
            <a:off x="299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34"/>
          <p:cNvSpPr/>
          <p:nvPr/>
        </p:nvSpPr>
        <p:spPr>
          <a:xfrm>
            <a:off x="299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34"/>
          <p:cNvSpPr/>
          <p:nvPr/>
        </p:nvSpPr>
        <p:spPr>
          <a:xfrm>
            <a:off x="299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p34"/>
          <p:cNvSpPr/>
          <p:nvPr/>
        </p:nvSpPr>
        <p:spPr>
          <a:xfrm>
            <a:off x="299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34"/>
          <p:cNvSpPr/>
          <p:nvPr/>
        </p:nvSpPr>
        <p:spPr>
          <a:xfrm>
            <a:off x="299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34"/>
          <p:cNvSpPr/>
          <p:nvPr/>
        </p:nvSpPr>
        <p:spPr>
          <a:xfrm>
            <a:off x="299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34"/>
          <p:cNvSpPr/>
          <p:nvPr/>
        </p:nvSpPr>
        <p:spPr>
          <a:xfrm>
            <a:off x="321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34"/>
          <p:cNvSpPr/>
          <p:nvPr/>
        </p:nvSpPr>
        <p:spPr>
          <a:xfrm>
            <a:off x="321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34"/>
          <p:cNvSpPr/>
          <p:nvPr/>
        </p:nvSpPr>
        <p:spPr>
          <a:xfrm>
            <a:off x="321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34"/>
          <p:cNvSpPr/>
          <p:nvPr/>
        </p:nvSpPr>
        <p:spPr>
          <a:xfrm>
            <a:off x="321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p34"/>
          <p:cNvSpPr/>
          <p:nvPr/>
        </p:nvSpPr>
        <p:spPr>
          <a:xfrm>
            <a:off x="321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0" name="Google Shape;1190;p34"/>
          <p:cNvSpPr/>
          <p:nvPr/>
        </p:nvSpPr>
        <p:spPr>
          <a:xfrm>
            <a:off x="321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34"/>
          <p:cNvSpPr/>
          <p:nvPr/>
        </p:nvSpPr>
        <p:spPr>
          <a:xfrm>
            <a:off x="321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34"/>
          <p:cNvSpPr/>
          <p:nvPr/>
        </p:nvSpPr>
        <p:spPr>
          <a:xfrm>
            <a:off x="321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34"/>
          <p:cNvSpPr/>
          <p:nvPr/>
        </p:nvSpPr>
        <p:spPr>
          <a:xfrm>
            <a:off x="321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34"/>
          <p:cNvSpPr/>
          <p:nvPr/>
        </p:nvSpPr>
        <p:spPr>
          <a:xfrm>
            <a:off x="321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34"/>
          <p:cNvSpPr/>
          <p:nvPr/>
        </p:nvSpPr>
        <p:spPr>
          <a:xfrm>
            <a:off x="321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34"/>
          <p:cNvSpPr/>
          <p:nvPr/>
        </p:nvSpPr>
        <p:spPr>
          <a:xfrm>
            <a:off x="321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34"/>
          <p:cNvSpPr/>
          <p:nvPr/>
        </p:nvSpPr>
        <p:spPr>
          <a:xfrm>
            <a:off x="321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34"/>
          <p:cNvSpPr/>
          <p:nvPr/>
        </p:nvSpPr>
        <p:spPr>
          <a:xfrm>
            <a:off x="321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34"/>
          <p:cNvSpPr/>
          <p:nvPr/>
        </p:nvSpPr>
        <p:spPr>
          <a:xfrm>
            <a:off x="321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34"/>
          <p:cNvSpPr/>
          <p:nvPr/>
        </p:nvSpPr>
        <p:spPr>
          <a:xfrm>
            <a:off x="321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34"/>
          <p:cNvSpPr/>
          <p:nvPr/>
        </p:nvSpPr>
        <p:spPr>
          <a:xfrm>
            <a:off x="321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34"/>
          <p:cNvSpPr/>
          <p:nvPr/>
        </p:nvSpPr>
        <p:spPr>
          <a:xfrm>
            <a:off x="321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34"/>
          <p:cNvSpPr/>
          <p:nvPr/>
        </p:nvSpPr>
        <p:spPr>
          <a:xfrm>
            <a:off x="321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34"/>
          <p:cNvSpPr/>
          <p:nvPr/>
        </p:nvSpPr>
        <p:spPr>
          <a:xfrm>
            <a:off x="321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34"/>
          <p:cNvSpPr/>
          <p:nvPr/>
        </p:nvSpPr>
        <p:spPr>
          <a:xfrm>
            <a:off x="321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34"/>
          <p:cNvSpPr/>
          <p:nvPr/>
        </p:nvSpPr>
        <p:spPr>
          <a:xfrm>
            <a:off x="343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34"/>
          <p:cNvSpPr/>
          <p:nvPr/>
        </p:nvSpPr>
        <p:spPr>
          <a:xfrm>
            <a:off x="343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34"/>
          <p:cNvSpPr/>
          <p:nvPr/>
        </p:nvSpPr>
        <p:spPr>
          <a:xfrm>
            <a:off x="343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34"/>
          <p:cNvSpPr/>
          <p:nvPr/>
        </p:nvSpPr>
        <p:spPr>
          <a:xfrm>
            <a:off x="343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34"/>
          <p:cNvSpPr/>
          <p:nvPr/>
        </p:nvSpPr>
        <p:spPr>
          <a:xfrm>
            <a:off x="343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p34"/>
          <p:cNvSpPr/>
          <p:nvPr/>
        </p:nvSpPr>
        <p:spPr>
          <a:xfrm>
            <a:off x="343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34"/>
          <p:cNvSpPr/>
          <p:nvPr/>
        </p:nvSpPr>
        <p:spPr>
          <a:xfrm>
            <a:off x="343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34"/>
          <p:cNvSpPr/>
          <p:nvPr/>
        </p:nvSpPr>
        <p:spPr>
          <a:xfrm>
            <a:off x="343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p34"/>
          <p:cNvSpPr/>
          <p:nvPr/>
        </p:nvSpPr>
        <p:spPr>
          <a:xfrm>
            <a:off x="343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5" name="Google Shape;1215;p34"/>
          <p:cNvSpPr/>
          <p:nvPr/>
        </p:nvSpPr>
        <p:spPr>
          <a:xfrm>
            <a:off x="343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p34"/>
          <p:cNvSpPr/>
          <p:nvPr/>
        </p:nvSpPr>
        <p:spPr>
          <a:xfrm>
            <a:off x="343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7" name="Google Shape;1217;p34"/>
          <p:cNvSpPr/>
          <p:nvPr/>
        </p:nvSpPr>
        <p:spPr>
          <a:xfrm>
            <a:off x="343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p34"/>
          <p:cNvSpPr/>
          <p:nvPr/>
        </p:nvSpPr>
        <p:spPr>
          <a:xfrm>
            <a:off x="343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p34"/>
          <p:cNvSpPr/>
          <p:nvPr/>
        </p:nvSpPr>
        <p:spPr>
          <a:xfrm>
            <a:off x="343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p34"/>
          <p:cNvSpPr/>
          <p:nvPr/>
        </p:nvSpPr>
        <p:spPr>
          <a:xfrm>
            <a:off x="343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34"/>
          <p:cNvSpPr/>
          <p:nvPr/>
        </p:nvSpPr>
        <p:spPr>
          <a:xfrm>
            <a:off x="343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34"/>
          <p:cNvSpPr/>
          <p:nvPr/>
        </p:nvSpPr>
        <p:spPr>
          <a:xfrm>
            <a:off x="343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34"/>
          <p:cNvSpPr/>
          <p:nvPr/>
        </p:nvSpPr>
        <p:spPr>
          <a:xfrm>
            <a:off x="343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p34"/>
          <p:cNvSpPr/>
          <p:nvPr/>
        </p:nvSpPr>
        <p:spPr>
          <a:xfrm>
            <a:off x="343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p34"/>
          <p:cNvSpPr/>
          <p:nvPr/>
        </p:nvSpPr>
        <p:spPr>
          <a:xfrm>
            <a:off x="343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6" name="Google Shape;1226;p34"/>
          <p:cNvSpPr/>
          <p:nvPr/>
        </p:nvSpPr>
        <p:spPr>
          <a:xfrm>
            <a:off x="343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p34"/>
          <p:cNvSpPr/>
          <p:nvPr/>
        </p:nvSpPr>
        <p:spPr>
          <a:xfrm>
            <a:off x="365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34"/>
          <p:cNvSpPr/>
          <p:nvPr/>
        </p:nvSpPr>
        <p:spPr>
          <a:xfrm>
            <a:off x="365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34"/>
          <p:cNvSpPr/>
          <p:nvPr/>
        </p:nvSpPr>
        <p:spPr>
          <a:xfrm>
            <a:off x="365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34"/>
          <p:cNvSpPr/>
          <p:nvPr/>
        </p:nvSpPr>
        <p:spPr>
          <a:xfrm>
            <a:off x="365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p34"/>
          <p:cNvSpPr/>
          <p:nvPr/>
        </p:nvSpPr>
        <p:spPr>
          <a:xfrm>
            <a:off x="365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34"/>
          <p:cNvSpPr/>
          <p:nvPr/>
        </p:nvSpPr>
        <p:spPr>
          <a:xfrm>
            <a:off x="365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34"/>
          <p:cNvSpPr/>
          <p:nvPr/>
        </p:nvSpPr>
        <p:spPr>
          <a:xfrm>
            <a:off x="365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34"/>
          <p:cNvSpPr/>
          <p:nvPr/>
        </p:nvSpPr>
        <p:spPr>
          <a:xfrm>
            <a:off x="365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34"/>
          <p:cNvSpPr/>
          <p:nvPr/>
        </p:nvSpPr>
        <p:spPr>
          <a:xfrm>
            <a:off x="365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34"/>
          <p:cNvSpPr/>
          <p:nvPr/>
        </p:nvSpPr>
        <p:spPr>
          <a:xfrm>
            <a:off x="365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34"/>
          <p:cNvSpPr/>
          <p:nvPr/>
        </p:nvSpPr>
        <p:spPr>
          <a:xfrm>
            <a:off x="365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34"/>
          <p:cNvSpPr/>
          <p:nvPr/>
        </p:nvSpPr>
        <p:spPr>
          <a:xfrm>
            <a:off x="365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p34"/>
          <p:cNvSpPr/>
          <p:nvPr/>
        </p:nvSpPr>
        <p:spPr>
          <a:xfrm>
            <a:off x="365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0" name="Google Shape;1240;p34"/>
          <p:cNvSpPr/>
          <p:nvPr/>
        </p:nvSpPr>
        <p:spPr>
          <a:xfrm>
            <a:off x="365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1" name="Google Shape;1241;p34"/>
          <p:cNvSpPr/>
          <p:nvPr/>
        </p:nvSpPr>
        <p:spPr>
          <a:xfrm>
            <a:off x="365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2" name="Google Shape;1242;p34"/>
          <p:cNvSpPr/>
          <p:nvPr/>
        </p:nvSpPr>
        <p:spPr>
          <a:xfrm>
            <a:off x="365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p34"/>
          <p:cNvSpPr/>
          <p:nvPr/>
        </p:nvSpPr>
        <p:spPr>
          <a:xfrm>
            <a:off x="365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34"/>
          <p:cNvSpPr/>
          <p:nvPr/>
        </p:nvSpPr>
        <p:spPr>
          <a:xfrm>
            <a:off x="365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34"/>
          <p:cNvSpPr/>
          <p:nvPr/>
        </p:nvSpPr>
        <p:spPr>
          <a:xfrm>
            <a:off x="365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34"/>
          <p:cNvSpPr/>
          <p:nvPr/>
        </p:nvSpPr>
        <p:spPr>
          <a:xfrm>
            <a:off x="365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7" name="Google Shape;1247;p34"/>
          <p:cNvSpPr/>
          <p:nvPr/>
        </p:nvSpPr>
        <p:spPr>
          <a:xfrm>
            <a:off x="365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8" name="Google Shape;1248;p34"/>
          <p:cNvSpPr/>
          <p:nvPr/>
        </p:nvSpPr>
        <p:spPr>
          <a:xfrm>
            <a:off x="387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9" name="Google Shape;1249;p34"/>
          <p:cNvSpPr/>
          <p:nvPr/>
        </p:nvSpPr>
        <p:spPr>
          <a:xfrm>
            <a:off x="387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0" name="Google Shape;1250;p34"/>
          <p:cNvSpPr/>
          <p:nvPr/>
        </p:nvSpPr>
        <p:spPr>
          <a:xfrm>
            <a:off x="387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1" name="Google Shape;1251;p34"/>
          <p:cNvSpPr/>
          <p:nvPr/>
        </p:nvSpPr>
        <p:spPr>
          <a:xfrm>
            <a:off x="387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2" name="Google Shape;1252;p34"/>
          <p:cNvSpPr/>
          <p:nvPr/>
        </p:nvSpPr>
        <p:spPr>
          <a:xfrm>
            <a:off x="387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3" name="Google Shape;1253;p34"/>
          <p:cNvSpPr/>
          <p:nvPr/>
        </p:nvSpPr>
        <p:spPr>
          <a:xfrm>
            <a:off x="387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p34"/>
          <p:cNvSpPr/>
          <p:nvPr/>
        </p:nvSpPr>
        <p:spPr>
          <a:xfrm>
            <a:off x="387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p34"/>
          <p:cNvSpPr/>
          <p:nvPr/>
        </p:nvSpPr>
        <p:spPr>
          <a:xfrm>
            <a:off x="387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p34"/>
          <p:cNvSpPr/>
          <p:nvPr/>
        </p:nvSpPr>
        <p:spPr>
          <a:xfrm>
            <a:off x="387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34"/>
          <p:cNvSpPr/>
          <p:nvPr/>
        </p:nvSpPr>
        <p:spPr>
          <a:xfrm>
            <a:off x="387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34"/>
          <p:cNvSpPr/>
          <p:nvPr/>
        </p:nvSpPr>
        <p:spPr>
          <a:xfrm>
            <a:off x="387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34"/>
          <p:cNvSpPr/>
          <p:nvPr/>
        </p:nvSpPr>
        <p:spPr>
          <a:xfrm>
            <a:off x="387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p34"/>
          <p:cNvSpPr/>
          <p:nvPr/>
        </p:nvSpPr>
        <p:spPr>
          <a:xfrm>
            <a:off x="387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34"/>
          <p:cNvSpPr/>
          <p:nvPr/>
        </p:nvSpPr>
        <p:spPr>
          <a:xfrm>
            <a:off x="387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2" name="Google Shape;1262;p34"/>
          <p:cNvSpPr/>
          <p:nvPr/>
        </p:nvSpPr>
        <p:spPr>
          <a:xfrm>
            <a:off x="387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34"/>
          <p:cNvSpPr/>
          <p:nvPr/>
        </p:nvSpPr>
        <p:spPr>
          <a:xfrm>
            <a:off x="387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34"/>
          <p:cNvSpPr/>
          <p:nvPr/>
        </p:nvSpPr>
        <p:spPr>
          <a:xfrm>
            <a:off x="387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34"/>
          <p:cNvSpPr/>
          <p:nvPr/>
        </p:nvSpPr>
        <p:spPr>
          <a:xfrm>
            <a:off x="387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34"/>
          <p:cNvSpPr/>
          <p:nvPr/>
        </p:nvSpPr>
        <p:spPr>
          <a:xfrm>
            <a:off x="387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34"/>
          <p:cNvSpPr/>
          <p:nvPr/>
        </p:nvSpPr>
        <p:spPr>
          <a:xfrm>
            <a:off x="387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8" name="Google Shape;1268;p34"/>
          <p:cNvSpPr/>
          <p:nvPr/>
        </p:nvSpPr>
        <p:spPr>
          <a:xfrm>
            <a:off x="387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34"/>
          <p:cNvSpPr/>
          <p:nvPr/>
        </p:nvSpPr>
        <p:spPr>
          <a:xfrm>
            <a:off x="409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0" name="Google Shape;1270;p34"/>
          <p:cNvSpPr/>
          <p:nvPr/>
        </p:nvSpPr>
        <p:spPr>
          <a:xfrm>
            <a:off x="409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1" name="Google Shape;1271;p34"/>
          <p:cNvSpPr/>
          <p:nvPr/>
        </p:nvSpPr>
        <p:spPr>
          <a:xfrm>
            <a:off x="409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2" name="Google Shape;1272;p34"/>
          <p:cNvSpPr/>
          <p:nvPr/>
        </p:nvSpPr>
        <p:spPr>
          <a:xfrm>
            <a:off x="409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p34"/>
          <p:cNvSpPr/>
          <p:nvPr/>
        </p:nvSpPr>
        <p:spPr>
          <a:xfrm>
            <a:off x="409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34"/>
          <p:cNvSpPr/>
          <p:nvPr/>
        </p:nvSpPr>
        <p:spPr>
          <a:xfrm>
            <a:off x="409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34"/>
          <p:cNvSpPr/>
          <p:nvPr/>
        </p:nvSpPr>
        <p:spPr>
          <a:xfrm>
            <a:off x="409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p34"/>
          <p:cNvSpPr/>
          <p:nvPr/>
        </p:nvSpPr>
        <p:spPr>
          <a:xfrm>
            <a:off x="409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34"/>
          <p:cNvSpPr/>
          <p:nvPr/>
        </p:nvSpPr>
        <p:spPr>
          <a:xfrm>
            <a:off x="409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34"/>
          <p:cNvSpPr/>
          <p:nvPr/>
        </p:nvSpPr>
        <p:spPr>
          <a:xfrm>
            <a:off x="409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p34"/>
          <p:cNvSpPr/>
          <p:nvPr/>
        </p:nvSpPr>
        <p:spPr>
          <a:xfrm>
            <a:off x="409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p34"/>
          <p:cNvSpPr/>
          <p:nvPr/>
        </p:nvSpPr>
        <p:spPr>
          <a:xfrm>
            <a:off x="409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p34"/>
          <p:cNvSpPr/>
          <p:nvPr/>
        </p:nvSpPr>
        <p:spPr>
          <a:xfrm>
            <a:off x="409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p34"/>
          <p:cNvSpPr/>
          <p:nvPr/>
        </p:nvSpPr>
        <p:spPr>
          <a:xfrm>
            <a:off x="409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34"/>
          <p:cNvSpPr/>
          <p:nvPr/>
        </p:nvSpPr>
        <p:spPr>
          <a:xfrm>
            <a:off x="409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34"/>
          <p:cNvSpPr/>
          <p:nvPr/>
        </p:nvSpPr>
        <p:spPr>
          <a:xfrm>
            <a:off x="409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34"/>
          <p:cNvSpPr/>
          <p:nvPr/>
        </p:nvSpPr>
        <p:spPr>
          <a:xfrm>
            <a:off x="409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p34"/>
          <p:cNvSpPr/>
          <p:nvPr/>
        </p:nvSpPr>
        <p:spPr>
          <a:xfrm>
            <a:off x="409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7" name="Google Shape;1287;p34"/>
          <p:cNvSpPr/>
          <p:nvPr/>
        </p:nvSpPr>
        <p:spPr>
          <a:xfrm>
            <a:off x="409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8" name="Google Shape;1288;p34"/>
          <p:cNvSpPr/>
          <p:nvPr/>
        </p:nvSpPr>
        <p:spPr>
          <a:xfrm>
            <a:off x="409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p34"/>
          <p:cNvSpPr/>
          <p:nvPr/>
        </p:nvSpPr>
        <p:spPr>
          <a:xfrm>
            <a:off x="409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34"/>
          <p:cNvSpPr/>
          <p:nvPr/>
        </p:nvSpPr>
        <p:spPr>
          <a:xfrm>
            <a:off x="431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34"/>
          <p:cNvSpPr/>
          <p:nvPr/>
        </p:nvSpPr>
        <p:spPr>
          <a:xfrm>
            <a:off x="431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34"/>
          <p:cNvSpPr/>
          <p:nvPr/>
        </p:nvSpPr>
        <p:spPr>
          <a:xfrm>
            <a:off x="431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p34"/>
          <p:cNvSpPr/>
          <p:nvPr/>
        </p:nvSpPr>
        <p:spPr>
          <a:xfrm>
            <a:off x="431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4" name="Google Shape;1294;p34"/>
          <p:cNvSpPr/>
          <p:nvPr/>
        </p:nvSpPr>
        <p:spPr>
          <a:xfrm>
            <a:off x="431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5" name="Google Shape;1295;p34"/>
          <p:cNvSpPr/>
          <p:nvPr/>
        </p:nvSpPr>
        <p:spPr>
          <a:xfrm>
            <a:off x="431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p34"/>
          <p:cNvSpPr/>
          <p:nvPr/>
        </p:nvSpPr>
        <p:spPr>
          <a:xfrm>
            <a:off x="431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34"/>
          <p:cNvSpPr/>
          <p:nvPr/>
        </p:nvSpPr>
        <p:spPr>
          <a:xfrm>
            <a:off x="431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34"/>
          <p:cNvSpPr/>
          <p:nvPr/>
        </p:nvSpPr>
        <p:spPr>
          <a:xfrm>
            <a:off x="431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34"/>
          <p:cNvSpPr/>
          <p:nvPr/>
        </p:nvSpPr>
        <p:spPr>
          <a:xfrm>
            <a:off x="431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p34"/>
          <p:cNvSpPr/>
          <p:nvPr/>
        </p:nvSpPr>
        <p:spPr>
          <a:xfrm>
            <a:off x="431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p34"/>
          <p:cNvSpPr/>
          <p:nvPr/>
        </p:nvSpPr>
        <p:spPr>
          <a:xfrm>
            <a:off x="431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34"/>
          <p:cNvSpPr/>
          <p:nvPr/>
        </p:nvSpPr>
        <p:spPr>
          <a:xfrm>
            <a:off x="431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p34"/>
          <p:cNvSpPr/>
          <p:nvPr/>
        </p:nvSpPr>
        <p:spPr>
          <a:xfrm>
            <a:off x="431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4" name="Google Shape;1304;p34"/>
          <p:cNvSpPr/>
          <p:nvPr/>
        </p:nvSpPr>
        <p:spPr>
          <a:xfrm>
            <a:off x="431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p34"/>
          <p:cNvSpPr/>
          <p:nvPr/>
        </p:nvSpPr>
        <p:spPr>
          <a:xfrm>
            <a:off x="431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6" name="Google Shape;1306;p34"/>
          <p:cNvSpPr/>
          <p:nvPr/>
        </p:nvSpPr>
        <p:spPr>
          <a:xfrm>
            <a:off x="431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7" name="Google Shape;1307;p34"/>
          <p:cNvSpPr/>
          <p:nvPr/>
        </p:nvSpPr>
        <p:spPr>
          <a:xfrm>
            <a:off x="431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8" name="Google Shape;1308;p34"/>
          <p:cNvSpPr/>
          <p:nvPr/>
        </p:nvSpPr>
        <p:spPr>
          <a:xfrm>
            <a:off x="431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9" name="Google Shape;1309;p34"/>
          <p:cNvSpPr/>
          <p:nvPr/>
        </p:nvSpPr>
        <p:spPr>
          <a:xfrm>
            <a:off x="431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0" name="Google Shape;1310;p34"/>
          <p:cNvSpPr/>
          <p:nvPr/>
        </p:nvSpPr>
        <p:spPr>
          <a:xfrm>
            <a:off x="431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1" name="Google Shape;1311;p34"/>
          <p:cNvSpPr/>
          <p:nvPr/>
        </p:nvSpPr>
        <p:spPr>
          <a:xfrm>
            <a:off x="453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p34"/>
          <p:cNvSpPr/>
          <p:nvPr/>
        </p:nvSpPr>
        <p:spPr>
          <a:xfrm>
            <a:off x="453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3" name="Google Shape;1313;p34"/>
          <p:cNvSpPr/>
          <p:nvPr/>
        </p:nvSpPr>
        <p:spPr>
          <a:xfrm>
            <a:off x="453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34"/>
          <p:cNvSpPr/>
          <p:nvPr/>
        </p:nvSpPr>
        <p:spPr>
          <a:xfrm>
            <a:off x="453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34"/>
          <p:cNvSpPr/>
          <p:nvPr/>
        </p:nvSpPr>
        <p:spPr>
          <a:xfrm>
            <a:off x="453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6" name="Google Shape;1316;p34"/>
          <p:cNvSpPr/>
          <p:nvPr/>
        </p:nvSpPr>
        <p:spPr>
          <a:xfrm>
            <a:off x="453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7" name="Google Shape;1317;p34"/>
          <p:cNvSpPr/>
          <p:nvPr/>
        </p:nvSpPr>
        <p:spPr>
          <a:xfrm>
            <a:off x="453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8" name="Google Shape;1318;p34"/>
          <p:cNvSpPr/>
          <p:nvPr/>
        </p:nvSpPr>
        <p:spPr>
          <a:xfrm>
            <a:off x="453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9" name="Google Shape;1319;p34"/>
          <p:cNvSpPr/>
          <p:nvPr/>
        </p:nvSpPr>
        <p:spPr>
          <a:xfrm>
            <a:off x="453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34"/>
          <p:cNvSpPr/>
          <p:nvPr/>
        </p:nvSpPr>
        <p:spPr>
          <a:xfrm>
            <a:off x="453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1" name="Google Shape;1321;p34"/>
          <p:cNvSpPr/>
          <p:nvPr/>
        </p:nvSpPr>
        <p:spPr>
          <a:xfrm>
            <a:off x="453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2" name="Google Shape;1322;p34"/>
          <p:cNvSpPr/>
          <p:nvPr/>
        </p:nvSpPr>
        <p:spPr>
          <a:xfrm>
            <a:off x="453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3" name="Google Shape;1323;p34"/>
          <p:cNvSpPr/>
          <p:nvPr/>
        </p:nvSpPr>
        <p:spPr>
          <a:xfrm>
            <a:off x="453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4" name="Google Shape;1324;p34"/>
          <p:cNvSpPr/>
          <p:nvPr/>
        </p:nvSpPr>
        <p:spPr>
          <a:xfrm>
            <a:off x="453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5" name="Google Shape;1325;p34"/>
          <p:cNvSpPr/>
          <p:nvPr/>
        </p:nvSpPr>
        <p:spPr>
          <a:xfrm>
            <a:off x="453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6" name="Google Shape;1326;p34"/>
          <p:cNvSpPr/>
          <p:nvPr/>
        </p:nvSpPr>
        <p:spPr>
          <a:xfrm>
            <a:off x="453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7" name="Google Shape;1327;p34"/>
          <p:cNvSpPr/>
          <p:nvPr/>
        </p:nvSpPr>
        <p:spPr>
          <a:xfrm>
            <a:off x="453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8" name="Google Shape;1328;p34"/>
          <p:cNvSpPr/>
          <p:nvPr/>
        </p:nvSpPr>
        <p:spPr>
          <a:xfrm>
            <a:off x="453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9" name="Google Shape;1329;p34"/>
          <p:cNvSpPr/>
          <p:nvPr/>
        </p:nvSpPr>
        <p:spPr>
          <a:xfrm>
            <a:off x="453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0" name="Google Shape;1330;p34"/>
          <p:cNvSpPr/>
          <p:nvPr/>
        </p:nvSpPr>
        <p:spPr>
          <a:xfrm>
            <a:off x="453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1" name="Google Shape;1331;p34"/>
          <p:cNvSpPr/>
          <p:nvPr/>
        </p:nvSpPr>
        <p:spPr>
          <a:xfrm>
            <a:off x="453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2" name="Google Shape;1332;p34"/>
          <p:cNvSpPr/>
          <p:nvPr/>
        </p:nvSpPr>
        <p:spPr>
          <a:xfrm>
            <a:off x="475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3" name="Google Shape;1333;p34"/>
          <p:cNvSpPr/>
          <p:nvPr/>
        </p:nvSpPr>
        <p:spPr>
          <a:xfrm>
            <a:off x="475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4" name="Google Shape;1334;p34"/>
          <p:cNvSpPr/>
          <p:nvPr/>
        </p:nvSpPr>
        <p:spPr>
          <a:xfrm>
            <a:off x="475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5" name="Google Shape;1335;p34"/>
          <p:cNvSpPr/>
          <p:nvPr/>
        </p:nvSpPr>
        <p:spPr>
          <a:xfrm>
            <a:off x="475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6" name="Google Shape;1336;p34"/>
          <p:cNvSpPr/>
          <p:nvPr/>
        </p:nvSpPr>
        <p:spPr>
          <a:xfrm>
            <a:off x="475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7" name="Google Shape;1337;p34"/>
          <p:cNvSpPr/>
          <p:nvPr/>
        </p:nvSpPr>
        <p:spPr>
          <a:xfrm>
            <a:off x="475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8" name="Google Shape;1338;p34"/>
          <p:cNvSpPr/>
          <p:nvPr/>
        </p:nvSpPr>
        <p:spPr>
          <a:xfrm>
            <a:off x="475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9" name="Google Shape;1339;p34"/>
          <p:cNvSpPr/>
          <p:nvPr/>
        </p:nvSpPr>
        <p:spPr>
          <a:xfrm>
            <a:off x="475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0" name="Google Shape;1340;p34"/>
          <p:cNvSpPr/>
          <p:nvPr/>
        </p:nvSpPr>
        <p:spPr>
          <a:xfrm>
            <a:off x="475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1" name="Google Shape;1341;p34"/>
          <p:cNvSpPr/>
          <p:nvPr/>
        </p:nvSpPr>
        <p:spPr>
          <a:xfrm>
            <a:off x="475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p34"/>
          <p:cNvSpPr/>
          <p:nvPr/>
        </p:nvSpPr>
        <p:spPr>
          <a:xfrm>
            <a:off x="475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3" name="Google Shape;1343;p34"/>
          <p:cNvSpPr/>
          <p:nvPr/>
        </p:nvSpPr>
        <p:spPr>
          <a:xfrm>
            <a:off x="475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4" name="Google Shape;1344;p34"/>
          <p:cNvSpPr/>
          <p:nvPr/>
        </p:nvSpPr>
        <p:spPr>
          <a:xfrm>
            <a:off x="475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5" name="Google Shape;1345;p34"/>
          <p:cNvSpPr/>
          <p:nvPr/>
        </p:nvSpPr>
        <p:spPr>
          <a:xfrm>
            <a:off x="475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6" name="Google Shape;1346;p34"/>
          <p:cNvSpPr/>
          <p:nvPr/>
        </p:nvSpPr>
        <p:spPr>
          <a:xfrm>
            <a:off x="475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7" name="Google Shape;1347;p34"/>
          <p:cNvSpPr/>
          <p:nvPr/>
        </p:nvSpPr>
        <p:spPr>
          <a:xfrm>
            <a:off x="475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8" name="Google Shape;1348;p34"/>
          <p:cNvSpPr/>
          <p:nvPr/>
        </p:nvSpPr>
        <p:spPr>
          <a:xfrm>
            <a:off x="475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9" name="Google Shape;1349;p34"/>
          <p:cNvSpPr/>
          <p:nvPr/>
        </p:nvSpPr>
        <p:spPr>
          <a:xfrm>
            <a:off x="475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0" name="Google Shape;1350;p34"/>
          <p:cNvSpPr/>
          <p:nvPr/>
        </p:nvSpPr>
        <p:spPr>
          <a:xfrm>
            <a:off x="475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1" name="Google Shape;1351;p34"/>
          <p:cNvSpPr/>
          <p:nvPr/>
        </p:nvSpPr>
        <p:spPr>
          <a:xfrm>
            <a:off x="475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2" name="Google Shape;1352;p34"/>
          <p:cNvSpPr/>
          <p:nvPr/>
        </p:nvSpPr>
        <p:spPr>
          <a:xfrm>
            <a:off x="475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3" name="Google Shape;1353;p34"/>
          <p:cNvSpPr/>
          <p:nvPr/>
        </p:nvSpPr>
        <p:spPr>
          <a:xfrm>
            <a:off x="497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4" name="Google Shape;1354;p34"/>
          <p:cNvSpPr/>
          <p:nvPr/>
        </p:nvSpPr>
        <p:spPr>
          <a:xfrm>
            <a:off x="497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5" name="Google Shape;1355;p34"/>
          <p:cNvSpPr/>
          <p:nvPr/>
        </p:nvSpPr>
        <p:spPr>
          <a:xfrm>
            <a:off x="497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6" name="Google Shape;1356;p34"/>
          <p:cNvSpPr/>
          <p:nvPr/>
        </p:nvSpPr>
        <p:spPr>
          <a:xfrm>
            <a:off x="497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p34"/>
          <p:cNvSpPr/>
          <p:nvPr/>
        </p:nvSpPr>
        <p:spPr>
          <a:xfrm>
            <a:off x="497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8" name="Google Shape;1358;p34"/>
          <p:cNvSpPr/>
          <p:nvPr/>
        </p:nvSpPr>
        <p:spPr>
          <a:xfrm>
            <a:off x="497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p34"/>
          <p:cNvSpPr/>
          <p:nvPr/>
        </p:nvSpPr>
        <p:spPr>
          <a:xfrm>
            <a:off x="497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0" name="Google Shape;1360;p34"/>
          <p:cNvSpPr/>
          <p:nvPr/>
        </p:nvSpPr>
        <p:spPr>
          <a:xfrm>
            <a:off x="497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34"/>
          <p:cNvSpPr/>
          <p:nvPr/>
        </p:nvSpPr>
        <p:spPr>
          <a:xfrm>
            <a:off x="497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p34"/>
          <p:cNvSpPr/>
          <p:nvPr/>
        </p:nvSpPr>
        <p:spPr>
          <a:xfrm>
            <a:off x="497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p34"/>
          <p:cNvSpPr/>
          <p:nvPr/>
        </p:nvSpPr>
        <p:spPr>
          <a:xfrm>
            <a:off x="497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4" name="Google Shape;1364;p34"/>
          <p:cNvSpPr/>
          <p:nvPr/>
        </p:nvSpPr>
        <p:spPr>
          <a:xfrm>
            <a:off x="497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34"/>
          <p:cNvSpPr/>
          <p:nvPr/>
        </p:nvSpPr>
        <p:spPr>
          <a:xfrm>
            <a:off x="497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6" name="Google Shape;1366;p34"/>
          <p:cNvSpPr/>
          <p:nvPr/>
        </p:nvSpPr>
        <p:spPr>
          <a:xfrm>
            <a:off x="497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34"/>
          <p:cNvSpPr/>
          <p:nvPr/>
        </p:nvSpPr>
        <p:spPr>
          <a:xfrm>
            <a:off x="497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34"/>
          <p:cNvSpPr/>
          <p:nvPr/>
        </p:nvSpPr>
        <p:spPr>
          <a:xfrm>
            <a:off x="497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9" name="Google Shape;1369;p34"/>
          <p:cNvSpPr/>
          <p:nvPr/>
        </p:nvSpPr>
        <p:spPr>
          <a:xfrm>
            <a:off x="497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p34"/>
          <p:cNvSpPr/>
          <p:nvPr/>
        </p:nvSpPr>
        <p:spPr>
          <a:xfrm>
            <a:off x="497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1" name="Google Shape;1371;p34"/>
          <p:cNvSpPr/>
          <p:nvPr/>
        </p:nvSpPr>
        <p:spPr>
          <a:xfrm>
            <a:off x="497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2" name="Google Shape;1372;p34"/>
          <p:cNvSpPr/>
          <p:nvPr/>
        </p:nvSpPr>
        <p:spPr>
          <a:xfrm>
            <a:off x="497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p34"/>
          <p:cNvSpPr/>
          <p:nvPr/>
        </p:nvSpPr>
        <p:spPr>
          <a:xfrm>
            <a:off x="497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34"/>
          <p:cNvSpPr/>
          <p:nvPr/>
        </p:nvSpPr>
        <p:spPr>
          <a:xfrm>
            <a:off x="519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p34"/>
          <p:cNvSpPr/>
          <p:nvPr/>
        </p:nvSpPr>
        <p:spPr>
          <a:xfrm>
            <a:off x="519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6" name="Google Shape;1376;p34"/>
          <p:cNvSpPr/>
          <p:nvPr/>
        </p:nvSpPr>
        <p:spPr>
          <a:xfrm>
            <a:off x="519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7" name="Google Shape;1377;p34"/>
          <p:cNvSpPr/>
          <p:nvPr/>
        </p:nvSpPr>
        <p:spPr>
          <a:xfrm>
            <a:off x="519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8" name="Google Shape;1378;p34"/>
          <p:cNvSpPr/>
          <p:nvPr/>
        </p:nvSpPr>
        <p:spPr>
          <a:xfrm>
            <a:off x="519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9" name="Google Shape;1379;p34"/>
          <p:cNvSpPr/>
          <p:nvPr/>
        </p:nvSpPr>
        <p:spPr>
          <a:xfrm>
            <a:off x="519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0" name="Google Shape;1380;p34"/>
          <p:cNvSpPr/>
          <p:nvPr/>
        </p:nvSpPr>
        <p:spPr>
          <a:xfrm>
            <a:off x="519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p34"/>
          <p:cNvSpPr/>
          <p:nvPr/>
        </p:nvSpPr>
        <p:spPr>
          <a:xfrm>
            <a:off x="519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2" name="Google Shape;1382;p34"/>
          <p:cNvSpPr/>
          <p:nvPr/>
        </p:nvSpPr>
        <p:spPr>
          <a:xfrm>
            <a:off x="519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3" name="Google Shape;1383;p34"/>
          <p:cNvSpPr/>
          <p:nvPr/>
        </p:nvSpPr>
        <p:spPr>
          <a:xfrm>
            <a:off x="519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4" name="Google Shape;1384;p34"/>
          <p:cNvSpPr/>
          <p:nvPr/>
        </p:nvSpPr>
        <p:spPr>
          <a:xfrm>
            <a:off x="519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34"/>
          <p:cNvSpPr/>
          <p:nvPr/>
        </p:nvSpPr>
        <p:spPr>
          <a:xfrm>
            <a:off x="519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p34"/>
          <p:cNvSpPr/>
          <p:nvPr/>
        </p:nvSpPr>
        <p:spPr>
          <a:xfrm>
            <a:off x="519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p34"/>
          <p:cNvSpPr/>
          <p:nvPr/>
        </p:nvSpPr>
        <p:spPr>
          <a:xfrm>
            <a:off x="519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8" name="Google Shape;1388;p34"/>
          <p:cNvSpPr/>
          <p:nvPr/>
        </p:nvSpPr>
        <p:spPr>
          <a:xfrm>
            <a:off x="519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9" name="Google Shape;1389;p34"/>
          <p:cNvSpPr/>
          <p:nvPr/>
        </p:nvSpPr>
        <p:spPr>
          <a:xfrm>
            <a:off x="519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p34"/>
          <p:cNvSpPr/>
          <p:nvPr/>
        </p:nvSpPr>
        <p:spPr>
          <a:xfrm>
            <a:off x="519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1" name="Google Shape;1391;p34"/>
          <p:cNvSpPr/>
          <p:nvPr/>
        </p:nvSpPr>
        <p:spPr>
          <a:xfrm>
            <a:off x="519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2" name="Google Shape;1392;p34"/>
          <p:cNvSpPr/>
          <p:nvPr/>
        </p:nvSpPr>
        <p:spPr>
          <a:xfrm>
            <a:off x="519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3" name="Google Shape;1393;p34"/>
          <p:cNvSpPr/>
          <p:nvPr/>
        </p:nvSpPr>
        <p:spPr>
          <a:xfrm>
            <a:off x="519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4" name="Google Shape;1394;p34"/>
          <p:cNvSpPr/>
          <p:nvPr/>
        </p:nvSpPr>
        <p:spPr>
          <a:xfrm>
            <a:off x="519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5" name="Google Shape;1395;p34"/>
          <p:cNvSpPr/>
          <p:nvPr/>
        </p:nvSpPr>
        <p:spPr>
          <a:xfrm>
            <a:off x="541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6" name="Google Shape;1396;p34"/>
          <p:cNvSpPr/>
          <p:nvPr/>
        </p:nvSpPr>
        <p:spPr>
          <a:xfrm>
            <a:off x="541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p34"/>
          <p:cNvSpPr/>
          <p:nvPr/>
        </p:nvSpPr>
        <p:spPr>
          <a:xfrm>
            <a:off x="541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34"/>
          <p:cNvSpPr/>
          <p:nvPr/>
        </p:nvSpPr>
        <p:spPr>
          <a:xfrm>
            <a:off x="541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34"/>
          <p:cNvSpPr/>
          <p:nvPr/>
        </p:nvSpPr>
        <p:spPr>
          <a:xfrm>
            <a:off x="541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p34"/>
          <p:cNvSpPr/>
          <p:nvPr/>
        </p:nvSpPr>
        <p:spPr>
          <a:xfrm>
            <a:off x="541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p34"/>
          <p:cNvSpPr/>
          <p:nvPr/>
        </p:nvSpPr>
        <p:spPr>
          <a:xfrm>
            <a:off x="541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34"/>
          <p:cNvSpPr/>
          <p:nvPr/>
        </p:nvSpPr>
        <p:spPr>
          <a:xfrm>
            <a:off x="541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3" name="Google Shape;1403;p34"/>
          <p:cNvSpPr/>
          <p:nvPr/>
        </p:nvSpPr>
        <p:spPr>
          <a:xfrm>
            <a:off x="541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4" name="Google Shape;1404;p34"/>
          <p:cNvSpPr/>
          <p:nvPr/>
        </p:nvSpPr>
        <p:spPr>
          <a:xfrm>
            <a:off x="541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5" name="Google Shape;1405;p34"/>
          <p:cNvSpPr/>
          <p:nvPr/>
        </p:nvSpPr>
        <p:spPr>
          <a:xfrm>
            <a:off x="541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34"/>
          <p:cNvSpPr/>
          <p:nvPr/>
        </p:nvSpPr>
        <p:spPr>
          <a:xfrm>
            <a:off x="541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7" name="Google Shape;1407;p34"/>
          <p:cNvSpPr/>
          <p:nvPr/>
        </p:nvSpPr>
        <p:spPr>
          <a:xfrm>
            <a:off x="541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34"/>
          <p:cNvSpPr/>
          <p:nvPr/>
        </p:nvSpPr>
        <p:spPr>
          <a:xfrm>
            <a:off x="541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9" name="Google Shape;1409;p34"/>
          <p:cNvSpPr/>
          <p:nvPr/>
        </p:nvSpPr>
        <p:spPr>
          <a:xfrm>
            <a:off x="541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0" name="Google Shape;1410;p34"/>
          <p:cNvSpPr/>
          <p:nvPr/>
        </p:nvSpPr>
        <p:spPr>
          <a:xfrm>
            <a:off x="541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1" name="Google Shape;1411;p34"/>
          <p:cNvSpPr/>
          <p:nvPr/>
        </p:nvSpPr>
        <p:spPr>
          <a:xfrm>
            <a:off x="541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2" name="Google Shape;1412;p34"/>
          <p:cNvSpPr/>
          <p:nvPr/>
        </p:nvSpPr>
        <p:spPr>
          <a:xfrm>
            <a:off x="541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3" name="Google Shape;1413;p34"/>
          <p:cNvSpPr/>
          <p:nvPr/>
        </p:nvSpPr>
        <p:spPr>
          <a:xfrm>
            <a:off x="541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4" name="Google Shape;1414;p34"/>
          <p:cNvSpPr/>
          <p:nvPr/>
        </p:nvSpPr>
        <p:spPr>
          <a:xfrm>
            <a:off x="541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5" name="Google Shape;1415;p34"/>
          <p:cNvSpPr/>
          <p:nvPr/>
        </p:nvSpPr>
        <p:spPr>
          <a:xfrm>
            <a:off x="541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6" name="Google Shape;1416;p34"/>
          <p:cNvSpPr/>
          <p:nvPr/>
        </p:nvSpPr>
        <p:spPr>
          <a:xfrm>
            <a:off x="563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7" name="Google Shape;1417;p34"/>
          <p:cNvSpPr/>
          <p:nvPr/>
        </p:nvSpPr>
        <p:spPr>
          <a:xfrm>
            <a:off x="563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8" name="Google Shape;1418;p34"/>
          <p:cNvSpPr/>
          <p:nvPr/>
        </p:nvSpPr>
        <p:spPr>
          <a:xfrm>
            <a:off x="563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9" name="Google Shape;1419;p34"/>
          <p:cNvSpPr/>
          <p:nvPr/>
        </p:nvSpPr>
        <p:spPr>
          <a:xfrm>
            <a:off x="563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0" name="Google Shape;1420;p34"/>
          <p:cNvSpPr/>
          <p:nvPr/>
        </p:nvSpPr>
        <p:spPr>
          <a:xfrm>
            <a:off x="563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1" name="Google Shape;1421;p34"/>
          <p:cNvSpPr/>
          <p:nvPr/>
        </p:nvSpPr>
        <p:spPr>
          <a:xfrm>
            <a:off x="563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2" name="Google Shape;1422;p34"/>
          <p:cNvSpPr/>
          <p:nvPr/>
        </p:nvSpPr>
        <p:spPr>
          <a:xfrm>
            <a:off x="563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3" name="Google Shape;1423;p34"/>
          <p:cNvSpPr/>
          <p:nvPr/>
        </p:nvSpPr>
        <p:spPr>
          <a:xfrm>
            <a:off x="563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4" name="Google Shape;1424;p34"/>
          <p:cNvSpPr/>
          <p:nvPr/>
        </p:nvSpPr>
        <p:spPr>
          <a:xfrm>
            <a:off x="563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5" name="Google Shape;1425;p34"/>
          <p:cNvSpPr/>
          <p:nvPr/>
        </p:nvSpPr>
        <p:spPr>
          <a:xfrm>
            <a:off x="563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6" name="Google Shape;1426;p34"/>
          <p:cNvSpPr/>
          <p:nvPr/>
        </p:nvSpPr>
        <p:spPr>
          <a:xfrm>
            <a:off x="563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7" name="Google Shape;1427;p34"/>
          <p:cNvSpPr/>
          <p:nvPr/>
        </p:nvSpPr>
        <p:spPr>
          <a:xfrm>
            <a:off x="563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8" name="Google Shape;1428;p34"/>
          <p:cNvSpPr/>
          <p:nvPr/>
        </p:nvSpPr>
        <p:spPr>
          <a:xfrm>
            <a:off x="563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9" name="Google Shape;1429;p34"/>
          <p:cNvSpPr/>
          <p:nvPr/>
        </p:nvSpPr>
        <p:spPr>
          <a:xfrm>
            <a:off x="563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0" name="Google Shape;1430;p34"/>
          <p:cNvSpPr/>
          <p:nvPr/>
        </p:nvSpPr>
        <p:spPr>
          <a:xfrm>
            <a:off x="563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1" name="Google Shape;1431;p34"/>
          <p:cNvSpPr/>
          <p:nvPr/>
        </p:nvSpPr>
        <p:spPr>
          <a:xfrm>
            <a:off x="563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2" name="Google Shape;1432;p34"/>
          <p:cNvSpPr/>
          <p:nvPr/>
        </p:nvSpPr>
        <p:spPr>
          <a:xfrm>
            <a:off x="563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3" name="Google Shape;1433;p34"/>
          <p:cNvSpPr/>
          <p:nvPr/>
        </p:nvSpPr>
        <p:spPr>
          <a:xfrm>
            <a:off x="563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4" name="Google Shape;1434;p34"/>
          <p:cNvSpPr/>
          <p:nvPr/>
        </p:nvSpPr>
        <p:spPr>
          <a:xfrm>
            <a:off x="563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5" name="Google Shape;1435;p34"/>
          <p:cNvSpPr/>
          <p:nvPr/>
        </p:nvSpPr>
        <p:spPr>
          <a:xfrm>
            <a:off x="563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6" name="Google Shape;1436;p34"/>
          <p:cNvSpPr/>
          <p:nvPr/>
        </p:nvSpPr>
        <p:spPr>
          <a:xfrm>
            <a:off x="563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7" name="Google Shape;1437;p34"/>
          <p:cNvSpPr/>
          <p:nvPr/>
        </p:nvSpPr>
        <p:spPr>
          <a:xfrm>
            <a:off x="585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8" name="Google Shape;1438;p34"/>
          <p:cNvSpPr/>
          <p:nvPr/>
        </p:nvSpPr>
        <p:spPr>
          <a:xfrm>
            <a:off x="585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9" name="Google Shape;1439;p34"/>
          <p:cNvSpPr/>
          <p:nvPr/>
        </p:nvSpPr>
        <p:spPr>
          <a:xfrm>
            <a:off x="585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0" name="Google Shape;1440;p34"/>
          <p:cNvSpPr/>
          <p:nvPr/>
        </p:nvSpPr>
        <p:spPr>
          <a:xfrm>
            <a:off x="585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1" name="Google Shape;1441;p34"/>
          <p:cNvSpPr/>
          <p:nvPr/>
        </p:nvSpPr>
        <p:spPr>
          <a:xfrm>
            <a:off x="585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2" name="Google Shape;1442;p34"/>
          <p:cNvSpPr/>
          <p:nvPr/>
        </p:nvSpPr>
        <p:spPr>
          <a:xfrm>
            <a:off x="585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3" name="Google Shape;1443;p34"/>
          <p:cNvSpPr/>
          <p:nvPr/>
        </p:nvSpPr>
        <p:spPr>
          <a:xfrm>
            <a:off x="585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4" name="Google Shape;1444;p34"/>
          <p:cNvSpPr/>
          <p:nvPr/>
        </p:nvSpPr>
        <p:spPr>
          <a:xfrm>
            <a:off x="585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5" name="Google Shape;1445;p34"/>
          <p:cNvSpPr/>
          <p:nvPr/>
        </p:nvSpPr>
        <p:spPr>
          <a:xfrm>
            <a:off x="585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6" name="Google Shape;1446;p34"/>
          <p:cNvSpPr/>
          <p:nvPr/>
        </p:nvSpPr>
        <p:spPr>
          <a:xfrm>
            <a:off x="585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7" name="Google Shape;1447;p34"/>
          <p:cNvSpPr/>
          <p:nvPr/>
        </p:nvSpPr>
        <p:spPr>
          <a:xfrm>
            <a:off x="585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8" name="Google Shape;1448;p34"/>
          <p:cNvSpPr/>
          <p:nvPr/>
        </p:nvSpPr>
        <p:spPr>
          <a:xfrm>
            <a:off x="585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9" name="Google Shape;1449;p34"/>
          <p:cNvSpPr/>
          <p:nvPr/>
        </p:nvSpPr>
        <p:spPr>
          <a:xfrm>
            <a:off x="585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0" name="Google Shape;1450;p34"/>
          <p:cNvSpPr/>
          <p:nvPr/>
        </p:nvSpPr>
        <p:spPr>
          <a:xfrm>
            <a:off x="585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1" name="Google Shape;1451;p34"/>
          <p:cNvSpPr/>
          <p:nvPr/>
        </p:nvSpPr>
        <p:spPr>
          <a:xfrm>
            <a:off x="585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2" name="Google Shape;1452;p34"/>
          <p:cNvSpPr/>
          <p:nvPr/>
        </p:nvSpPr>
        <p:spPr>
          <a:xfrm>
            <a:off x="585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3" name="Google Shape;1453;p34"/>
          <p:cNvSpPr/>
          <p:nvPr/>
        </p:nvSpPr>
        <p:spPr>
          <a:xfrm>
            <a:off x="585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4" name="Google Shape;1454;p34"/>
          <p:cNvSpPr/>
          <p:nvPr/>
        </p:nvSpPr>
        <p:spPr>
          <a:xfrm>
            <a:off x="585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5" name="Google Shape;1455;p34"/>
          <p:cNvSpPr/>
          <p:nvPr/>
        </p:nvSpPr>
        <p:spPr>
          <a:xfrm>
            <a:off x="585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6" name="Google Shape;1456;p34"/>
          <p:cNvSpPr/>
          <p:nvPr/>
        </p:nvSpPr>
        <p:spPr>
          <a:xfrm>
            <a:off x="585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7" name="Google Shape;1457;p34"/>
          <p:cNvSpPr/>
          <p:nvPr/>
        </p:nvSpPr>
        <p:spPr>
          <a:xfrm>
            <a:off x="585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8" name="Google Shape;1458;p34"/>
          <p:cNvSpPr/>
          <p:nvPr/>
        </p:nvSpPr>
        <p:spPr>
          <a:xfrm>
            <a:off x="607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9" name="Google Shape;1459;p34"/>
          <p:cNvSpPr/>
          <p:nvPr/>
        </p:nvSpPr>
        <p:spPr>
          <a:xfrm>
            <a:off x="607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0" name="Google Shape;1460;p34"/>
          <p:cNvSpPr/>
          <p:nvPr/>
        </p:nvSpPr>
        <p:spPr>
          <a:xfrm>
            <a:off x="607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1" name="Google Shape;1461;p34"/>
          <p:cNvSpPr/>
          <p:nvPr/>
        </p:nvSpPr>
        <p:spPr>
          <a:xfrm>
            <a:off x="607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2" name="Google Shape;1462;p34"/>
          <p:cNvSpPr/>
          <p:nvPr/>
        </p:nvSpPr>
        <p:spPr>
          <a:xfrm>
            <a:off x="607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3" name="Google Shape;1463;p34"/>
          <p:cNvSpPr/>
          <p:nvPr/>
        </p:nvSpPr>
        <p:spPr>
          <a:xfrm>
            <a:off x="607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4" name="Google Shape;1464;p34"/>
          <p:cNvSpPr/>
          <p:nvPr/>
        </p:nvSpPr>
        <p:spPr>
          <a:xfrm>
            <a:off x="607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5" name="Google Shape;1465;p34"/>
          <p:cNvSpPr/>
          <p:nvPr/>
        </p:nvSpPr>
        <p:spPr>
          <a:xfrm>
            <a:off x="607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6" name="Google Shape;1466;p34"/>
          <p:cNvSpPr/>
          <p:nvPr/>
        </p:nvSpPr>
        <p:spPr>
          <a:xfrm>
            <a:off x="607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7" name="Google Shape;1467;p34"/>
          <p:cNvSpPr/>
          <p:nvPr/>
        </p:nvSpPr>
        <p:spPr>
          <a:xfrm>
            <a:off x="607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8" name="Google Shape;1468;p34"/>
          <p:cNvSpPr/>
          <p:nvPr/>
        </p:nvSpPr>
        <p:spPr>
          <a:xfrm>
            <a:off x="607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9" name="Google Shape;1469;p34"/>
          <p:cNvSpPr/>
          <p:nvPr/>
        </p:nvSpPr>
        <p:spPr>
          <a:xfrm>
            <a:off x="607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0" name="Google Shape;1470;p34"/>
          <p:cNvSpPr/>
          <p:nvPr/>
        </p:nvSpPr>
        <p:spPr>
          <a:xfrm>
            <a:off x="607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1" name="Google Shape;1471;p34"/>
          <p:cNvSpPr/>
          <p:nvPr/>
        </p:nvSpPr>
        <p:spPr>
          <a:xfrm>
            <a:off x="607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2" name="Google Shape;1472;p34"/>
          <p:cNvSpPr/>
          <p:nvPr/>
        </p:nvSpPr>
        <p:spPr>
          <a:xfrm>
            <a:off x="607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3" name="Google Shape;1473;p34"/>
          <p:cNvSpPr/>
          <p:nvPr/>
        </p:nvSpPr>
        <p:spPr>
          <a:xfrm>
            <a:off x="607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4" name="Google Shape;1474;p34"/>
          <p:cNvSpPr/>
          <p:nvPr/>
        </p:nvSpPr>
        <p:spPr>
          <a:xfrm>
            <a:off x="607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5" name="Google Shape;1475;p34"/>
          <p:cNvSpPr/>
          <p:nvPr/>
        </p:nvSpPr>
        <p:spPr>
          <a:xfrm>
            <a:off x="607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6" name="Google Shape;1476;p34"/>
          <p:cNvSpPr/>
          <p:nvPr/>
        </p:nvSpPr>
        <p:spPr>
          <a:xfrm>
            <a:off x="607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7" name="Google Shape;1477;p34"/>
          <p:cNvSpPr/>
          <p:nvPr/>
        </p:nvSpPr>
        <p:spPr>
          <a:xfrm>
            <a:off x="607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8" name="Google Shape;1478;p34"/>
          <p:cNvSpPr/>
          <p:nvPr/>
        </p:nvSpPr>
        <p:spPr>
          <a:xfrm>
            <a:off x="607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9" name="Google Shape;1479;p34"/>
          <p:cNvSpPr/>
          <p:nvPr/>
        </p:nvSpPr>
        <p:spPr>
          <a:xfrm>
            <a:off x="629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0" name="Google Shape;1480;p34"/>
          <p:cNvSpPr/>
          <p:nvPr/>
        </p:nvSpPr>
        <p:spPr>
          <a:xfrm>
            <a:off x="629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1" name="Google Shape;1481;p34"/>
          <p:cNvSpPr/>
          <p:nvPr/>
        </p:nvSpPr>
        <p:spPr>
          <a:xfrm>
            <a:off x="629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2" name="Google Shape;1482;p34"/>
          <p:cNvSpPr/>
          <p:nvPr/>
        </p:nvSpPr>
        <p:spPr>
          <a:xfrm>
            <a:off x="629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3" name="Google Shape;1483;p34"/>
          <p:cNvSpPr/>
          <p:nvPr/>
        </p:nvSpPr>
        <p:spPr>
          <a:xfrm>
            <a:off x="629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4" name="Google Shape;1484;p34"/>
          <p:cNvSpPr/>
          <p:nvPr/>
        </p:nvSpPr>
        <p:spPr>
          <a:xfrm>
            <a:off x="629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5" name="Google Shape;1485;p34"/>
          <p:cNvSpPr/>
          <p:nvPr/>
        </p:nvSpPr>
        <p:spPr>
          <a:xfrm>
            <a:off x="629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6" name="Google Shape;1486;p34"/>
          <p:cNvSpPr/>
          <p:nvPr/>
        </p:nvSpPr>
        <p:spPr>
          <a:xfrm>
            <a:off x="629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7" name="Google Shape;1487;p34"/>
          <p:cNvSpPr/>
          <p:nvPr/>
        </p:nvSpPr>
        <p:spPr>
          <a:xfrm>
            <a:off x="629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8" name="Google Shape;1488;p34"/>
          <p:cNvSpPr/>
          <p:nvPr/>
        </p:nvSpPr>
        <p:spPr>
          <a:xfrm>
            <a:off x="629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9" name="Google Shape;1489;p34"/>
          <p:cNvSpPr/>
          <p:nvPr/>
        </p:nvSpPr>
        <p:spPr>
          <a:xfrm>
            <a:off x="629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0" name="Google Shape;1490;p34"/>
          <p:cNvSpPr/>
          <p:nvPr/>
        </p:nvSpPr>
        <p:spPr>
          <a:xfrm>
            <a:off x="629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1" name="Google Shape;1491;p34"/>
          <p:cNvSpPr/>
          <p:nvPr/>
        </p:nvSpPr>
        <p:spPr>
          <a:xfrm>
            <a:off x="629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2" name="Google Shape;1492;p34"/>
          <p:cNvSpPr/>
          <p:nvPr/>
        </p:nvSpPr>
        <p:spPr>
          <a:xfrm>
            <a:off x="629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3" name="Google Shape;1493;p34"/>
          <p:cNvSpPr/>
          <p:nvPr/>
        </p:nvSpPr>
        <p:spPr>
          <a:xfrm>
            <a:off x="629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4" name="Google Shape;1494;p34"/>
          <p:cNvSpPr/>
          <p:nvPr/>
        </p:nvSpPr>
        <p:spPr>
          <a:xfrm>
            <a:off x="629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5" name="Google Shape;1495;p34"/>
          <p:cNvSpPr/>
          <p:nvPr/>
        </p:nvSpPr>
        <p:spPr>
          <a:xfrm>
            <a:off x="629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p34"/>
          <p:cNvSpPr/>
          <p:nvPr/>
        </p:nvSpPr>
        <p:spPr>
          <a:xfrm>
            <a:off x="629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7" name="Google Shape;1497;p34"/>
          <p:cNvSpPr/>
          <p:nvPr/>
        </p:nvSpPr>
        <p:spPr>
          <a:xfrm>
            <a:off x="629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8" name="Google Shape;1498;p34"/>
          <p:cNvSpPr/>
          <p:nvPr/>
        </p:nvSpPr>
        <p:spPr>
          <a:xfrm>
            <a:off x="629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9" name="Google Shape;1499;p34"/>
          <p:cNvSpPr/>
          <p:nvPr/>
        </p:nvSpPr>
        <p:spPr>
          <a:xfrm>
            <a:off x="629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0" name="Google Shape;1500;p34"/>
          <p:cNvSpPr/>
          <p:nvPr/>
        </p:nvSpPr>
        <p:spPr>
          <a:xfrm>
            <a:off x="651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1" name="Google Shape;1501;p34"/>
          <p:cNvSpPr/>
          <p:nvPr/>
        </p:nvSpPr>
        <p:spPr>
          <a:xfrm>
            <a:off x="651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2" name="Google Shape;1502;p34"/>
          <p:cNvSpPr/>
          <p:nvPr/>
        </p:nvSpPr>
        <p:spPr>
          <a:xfrm>
            <a:off x="651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3" name="Google Shape;1503;p34"/>
          <p:cNvSpPr/>
          <p:nvPr/>
        </p:nvSpPr>
        <p:spPr>
          <a:xfrm>
            <a:off x="651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4" name="Google Shape;1504;p34"/>
          <p:cNvSpPr/>
          <p:nvPr/>
        </p:nvSpPr>
        <p:spPr>
          <a:xfrm>
            <a:off x="651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5" name="Google Shape;1505;p34"/>
          <p:cNvSpPr/>
          <p:nvPr/>
        </p:nvSpPr>
        <p:spPr>
          <a:xfrm>
            <a:off x="651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6" name="Google Shape;1506;p34"/>
          <p:cNvSpPr/>
          <p:nvPr/>
        </p:nvSpPr>
        <p:spPr>
          <a:xfrm>
            <a:off x="651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7" name="Google Shape;1507;p34"/>
          <p:cNvSpPr/>
          <p:nvPr/>
        </p:nvSpPr>
        <p:spPr>
          <a:xfrm>
            <a:off x="651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8" name="Google Shape;1508;p34"/>
          <p:cNvSpPr/>
          <p:nvPr/>
        </p:nvSpPr>
        <p:spPr>
          <a:xfrm>
            <a:off x="651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9" name="Google Shape;1509;p34"/>
          <p:cNvSpPr/>
          <p:nvPr/>
        </p:nvSpPr>
        <p:spPr>
          <a:xfrm>
            <a:off x="651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0" name="Google Shape;1510;p34"/>
          <p:cNvSpPr/>
          <p:nvPr/>
        </p:nvSpPr>
        <p:spPr>
          <a:xfrm>
            <a:off x="651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1" name="Google Shape;1511;p34"/>
          <p:cNvSpPr/>
          <p:nvPr/>
        </p:nvSpPr>
        <p:spPr>
          <a:xfrm>
            <a:off x="651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2" name="Google Shape;1512;p34"/>
          <p:cNvSpPr/>
          <p:nvPr/>
        </p:nvSpPr>
        <p:spPr>
          <a:xfrm>
            <a:off x="651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3" name="Google Shape;1513;p34"/>
          <p:cNvSpPr/>
          <p:nvPr/>
        </p:nvSpPr>
        <p:spPr>
          <a:xfrm>
            <a:off x="651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4" name="Google Shape;1514;p34"/>
          <p:cNvSpPr/>
          <p:nvPr/>
        </p:nvSpPr>
        <p:spPr>
          <a:xfrm>
            <a:off x="651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5" name="Google Shape;1515;p34"/>
          <p:cNvSpPr/>
          <p:nvPr/>
        </p:nvSpPr>
        <p:spPr>
          <a:xfrm>
            <a:off x="651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6" name="Google Shape;1516;p34"/>
          <p:cNvSpPr/>
          <p:nvPr/>
        </p:nvSpPr>
        <p:spPr>
          <a:xfrm>
            <a:off x="651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7" name="Google Shape;1517;p34"/>
          <p:cNvSpPr/>
          <p:nvPr/>
        </p:nvSpPr>
        <p:spPr>
          <a:xfrm>
            <a:off x="651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8" name="Google Shape;1518;p34"/>
          <p:cNvSpPr/>
          <p:nvPr/>
        </p:nvSpPr>
        <p:spPr>
          <a:xfrm>
            <a:off x="651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9" name="Google Shape;1519;p34"/>
          <p:cNvSpPr/>
          <p:nvPr/>
        </p:nvSpPr>
        <p:spPr>
          <a:xfrm>
            <a:off x="651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0" name="Google Shape;1520;p34"/>
          <p:cNvSpPr/>
          <p:nvPr/>
        </p:nvSpPr>
        <p:spPr>
          <a:xfrm>
            <a:off x="651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1" name="Google Shape;1521;p34"/>
          <p:cNvSpPr/>
          <p:nvPr/>
        </p:nvSpPr>
        <p:spPr>
          <a:xfrm>
            <a:off x="673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2" name="Google Shape;1522;p34"/>
          <p:cNvSpPr/>
          <p:nvPr/>
        </p:nvSpPr>
        <p:spPr>
          <a:xfrm>
            <a:off x="673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3" name="Google Shape;1523;p34"/>
          <p:cNvSpPr/>
          <p:nvPr/>
        </p:nvSpPr>
        <p:spPr>
          <a:xfrm>
            <a:off x="673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4" name="Google Shape;1524;p34"/>
          <p:cNvSpPr/>
          <p:nvPr/>
        </p:nvSpPr>
        <p:spPr>
          <a:xfrm>
            <a:off x="673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5" name="Google Shape;1525;p34"/>
          <p:cNvSpPr/>
          <p:nvPr/>
        </p:nvSpPr>
        <p:spPr>
          <a:xfrm>
            <a:off x="673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6" name="Google Shape;1526;p34"/>
          <p:cNvSpPr/>
          <p:nvPr/>
        </p:nvSpPr>
        <p:spPr>
          <a:xfrm>
            <a:off x="673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7" name="Google Shape;1527;p34"/>
          <p:cNvSpPr/>
          <p:nvPr/>
        </p:nvSpPr>
        <p:spPr>
          <a:xfrm>
            <a:off x="673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8" name="Google Shape;1528;p34"/>
          <p:cNvSpPr/>
          <p:nvPr/>
        </p:nvSpPr>
        <p:spPr>
          <a:xfrm>
            <a:off x="673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9" name="Google Shape;1529;p34"/>
          <p:cNvSpPr/>
          <p:nvPr/>
        </p:nvSpPr>
        <p:spPr>
          <a:xfrm>
            <a:off x="673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0" name="Google Shape;1530;p34"/>
          <p:cNvSpPr/>
          <p:nvPr/>
        </p:nvSpPr>
        <p:spPr>
          <a:xfrm>
            <a:off x="673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1" name="Google Shape;1531;p34"/>
          <p:cNvSpPr/>
          <p:nvPr/>
        </p:nvSpPr>
        <p:spPr>
          <a:xfrm>
            <a:off x="673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2" name="Google Shape;1532;p34"/>
          <p:cNvSpPr/>
          <p:nvPr/>
        </p:nvSpPr>
        <p:spPr>
          <a:xfrm>
            <a:off x="673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3" name="Google Shape;1533;p34"/>
          <p:cNvSpPr/>
          <p:nvPr/>
        </p:nvSpPr>
        <p:spPr>
          <a:xfrm>
            <a:off x="673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4" name="Google Shape;1534;p34"/>
          <p:cNvSpPr/>
          <p:nvPr/>
        </p:nvSpPr>
        <p:spPr>
          <a:xfrm>
            <a:off x="673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5" name="Google Shape;1535;p34"/>
          <p:cNvSpPr/>
          <p:nvPr/>
        </p:nvSpPr>
        <p:spPr>
          <a:xfrm>
            <a:off x="673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6" name="Google Shape;1536;p34"/>
          <p:cNvSpPr/>
          <p:nvPr/>
        </p:nvSpPr>
        <p:spPr>
          <a:xfrm>
            <a:off x="673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7" name="Google Shape;1537;p34"/>
          <p:cNvSpPr/>
          <p:nvPr/>
        </p:nvSpPr>
        <p:spPr>
          <a:xfrm>
            <a:off x="673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8" name="Google Shape;1538;p34"/>
          <p:cNvSpPr/>
          <p:nvPr/>
        </p:nvSpPr>
        <p:spPr>
          <a:xfrm>
            <a:off x="673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9" name="Google Shape;1539;p34"/>
          <p:cNvSpPr/>
          <p:nvPr/>
        </p:nvSpPr>
        <p:spPr>
          <a:xfrm>
            <a:off x="673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0" name="Google Shape;1540;p34"/>
          <p:cNvSpPr/>
          <p:nvPr/>
        </p:nvSpPr>
        <p:spPr>
          <a:xfrm>
            <a:off x="673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1" name="Google Shape;1541;p34"/>
          <p:cNvSpPr/>
          <p:nvPr/>
        </p:nvSpPr>
        <p:spPr>
          <a:xfrm>
            <a:off x="673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2" name="Google Shape;1542;p34"/>
          <p:cNvSpPr/>
          <p:nvPr/>
        </p:nvSpPr>
        <p:spPr>
          <a:xfrm>
            <a:off x="695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3" name="Google Shape;1543;p34"/>
          <p:cNvSpPr/>
          <p:nvPr/>
        </p:nvSpPr>
        <p:spPr>
          <a:xfrm>
            <a:off x="695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4" name="Google Shape;1544;p34"/>
          <p:cNvSpPr/>
          <p:nvPr/>
        </p:nvSpPr>
        <p:spPr>
          <a:xfrm>
            <a:off x="695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5" name="Google Shape;1545;p34"/>
          <p:cNvSpPr/>
          <p:nvPr/>
        </p:nvSpPr>
        <p:spPr>
          <a:xfrm>
            <a:off x="695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6" name="Google Shape;1546;p34"/>
          <p:cNvSpPr/>
          <p:nvPr/>
        </p:nvSpPr>
        <p:spPr>
          <a:xfrm>
            <a:off x="695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7" name="Google Shape;1547;p34"/>
          <p:cNvSpPr/>
          <p:nvPr/>
        </p:nvSpPr>
        <p:spPr>
          <a:xfrm>
            <a:off x="695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8" name="Google Shape;1548;p34"/>
          <p:cNvSpPr/>
          <p:nvPr/>
        </p:nvSpPr>
        <p:spPr>
          <a:xfrm>
            <a:off x="695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9" name="Google Shape;1549;p34"/>
          <p:cNvSpPr/>
          <p:nvPr/>
        </p:nvSpPr>
        <p:spPr>
          <a:xfrm>
            <a:off x="695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0" name="Google Shape;1550;p34"/>
          <p:cNvSpPr/>
          <p:nvPr/>
        </p:nvSpPr>
        <p:spPr>
          <a:xfrm>
            <a:off x="695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1" name="Google Shape;1551;p34"/>
          <p:cNvSpPr/>
          <p:nvPr/>
        </p:nvSpPr>
        <p:spPr>
          <a:xfrm>
            <a:off x="695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2" name="Google Shape;1552;p34"/>
          <p:cNvSpPr/>
          <p:nvPr/>
        </p:nvSpPr>
        <p:spPr>
          <a:xfrm>
            <a:off x="695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3" name="Google Shape;1553;p34"/>
          <p:cNvSpPr/>
          <p:nvPr/>
        </p:nvSpPr>
        <p:spPr>
          <a:xfrm>
            <a:off x="695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4" name="Google Shape;1554;p34"/>
          <p:cNvSpPr/>
          <p:nvPr/>
        </p:nvSpPr>
        <p:spPr>
          <a:xfrm>
            <a:off x="695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5" name="Google Shape;1555;p34"/>
          <p:cNvSpPr/>
          <p:nvPr/>
        </p:nvSpPr>
        <p:spPr>
          <a:xfrm>
            <a:off x="695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6" name="Google Shape;1556;p34"/>
          <p:cNvSpPr/>
          <p:nvPr/>
        </p:nvSpPr>
        <p:spPr>
          <a:xfrm>
            <a:off x="695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7" name="Google Shape;1557;p34"/>
          <p:cNvSpPr/>
          <p:nvPr/>
        </p:nvSpPr>
        <p:spPr>
          <a:xfrm>
            <a:off x="695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8" name="Google Shape;1558;p34"/>
          <p:cNvSpPr/>
          <p:nvPr/>
        </p:nvSpPr>
        <p:spPr>
          <a:xfrm>
            <a:off x="695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9" name="Google Shape;1559;p34"/>
          <p:cNvSpPr/>
          <p:nvPr/>
        </p:nvSpPr>
        <p:spPr>
          <a:xfrm>
            <a:off x="695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0" name="Google Shape;1560;p34"/>
          <p:cNvSpPr/>
          <p:nvPr/>
        </p:nvSpPr>
        <p:spPr>
          <a:xfrm>
            <a:off x="695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1" name="Google Shape;1561;p34"/>
          <p:cNvSpPr/>
          <p:nvPr/>
        </p:nvSpPr>
        <p:spPr>
          <a:xfrm>
            <a:off x="695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2" name="Google Shape;1562;p34"/>
          <p:cNvSpPr/>
          <p:nvPr/>
        </p:nvSpPr>
        <p:spPr>
          <a:xfrm>
            <a:off x="695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3" name="Google Shape;1563;p34"/>
          <p:cNvSpPr/>
          <p:nvPr/>
        </p:nvSpPr>
        <p:spPr>
          <a:xfrm>
            <a:off x="717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4" name="Google Shape;1564;p34"/>
          <p:cNvSpPr/>
          <p:nvPr/>
        </p:nvSpPr>
        <p:spPr>
          <a:xfrm>
            <a:off x="717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5" name="Google Shape;1565;p34"/>
          <p:cNvSpPr/>
          <p:nvPr/>
        </p:nvSpPr>
        <p:spPr>
          <a:xfrm>
            <a:off x="717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6" name="Google Shape;1566;p34"/>
          <p:cNvSpPr/>
          <p:nvPr/>
        </p:nvSpPr>
        <p:spPr>
          <a:xfrm>
            <a:off x="717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7" name="Google Shape;1567;p34"/>
          <p:cNvSpPr/>
          <p:nvPr/>
        </p:nvSpPr>
        <p:spPr>
          <a:xfrm>
            <a:off x="717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8" name="Google Shape;1568;p34"/>
          <p:cNvSpPr/>
          <p:nvPr/>
        </p:nvSpPr>
        <p:spPr>
          <a:xfrm>
            <a:off x="717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9" name="Google Shape;1569;p34"/>
          <p:cNvSpPr/>
          <p:nvPr/>
        </p:nvSpPr>
        <p:spPr>
          <a:xfrm>
            <a:off x="717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0" name="Google Shape;1570;p34"/>
          <p:cNvSpPr/>
          <p:nvPr/>
        </p:nvSpPr>
        <p:spPr>
          <a:xfrm>
            <a:off x="717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1" name="Google Shape;1571;p34"/>
          <p:cNvSpPr/>
          <p:nvPr/>
        </p:nvSpPr>
        <p:spPr>
          <a:xfrm>
            <a:off x="717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2" name="Google Shape;1572;p34"/>
          <p:cNvSpPr/>
          <p:nvPr/>
        </p:nvSpPr>
        <p:spPr>
          <a:xfrm>
            <a:off x="717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3" name="Google Shape;1573;p34"/>
          <p:cNvSpPr/>
          <p:nvPr/>
        </p:nvSpPr>
        <p:spPr>
          <a:xfrm>
            <a:off x="717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4" name="Google Shape;1574;p34"/>
          <p:cNvSpPr/>
          <p:nvPr/>
        </p:nvSpPr>
        <p:spPr>
          <a:xfrm>
            <a:off x="717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5" name="Google Shape;1575;p34"/>
          <p:cNvSpPr/>
          <p:nvPr/>
        </p:nvSpPr>
        <p:spPr>
          <a:xfrm>
            <a:off x="717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6" name="Google Shape;1576;p34"/>
          <p:cNvSpPr/>
          <p:nvPr/>
        </p:nvSpPr>
        <p:spPr>
          <a:xfrm>
            <a:off x="717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7" name="Google Shape;1577;p34"/>
          <p:cNvSpPr/>
          <p:nvPr/>
        </p:nvSpPr>
        <p:spPr>
          <a:xfrm>
            <a:off x="717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8" name="Google Shape;1578;p34"/>
          <p:cNvSpPr/>
          <p:nvPr/>
        </p:nvSpPr>
        <p:spPr>
          <a:xfrm>
            <a:off x="717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9" name="Google Shape;1579;p34"/>
          <p:cNvSpPr/>
          <p:nvPr/>
        </p:nvSpPr>
        <p:spPr>
          <a:xfrm>
            <a:off x="717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0" name="Google Shape;1580;p34"/>
          <p:cNvSpPr/>
          <p:nvPr/>
        </p:nvSpPr>
        <p:spPr>
          <a:xfrm>
            <a:off x="717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1" name="Google Shape;1581;p34"/>
          <p:cNvSpPr/>
          <p:nvPr/>
        </p:nvSpPr>
        <p:spPr>
          <a:xfrm>
            <a:off x="717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2" name="Google Shape;1582;p34"/>
          <p:cNvSpPr/>
          <p:nvPr/>
        </p:nvSpPr>
        <p:spPr>
          <a:xfrm>
            <a:off x="717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3" name="Google Shape;1583;p34"/>
          <p:cNvSpPr/>
          <p:nvPr/>
        </p:nvSpPr>
        <p:spPr>
          <a:xfrm>
            <a:off x="717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4" name="Google Shape;1584;p34"/>
          <p:cNvSpPr/>
          <p:nvPr/>
        </p:nvSpPr>
        <p:spPr>
          <a:xfrm>
            <a:off x="739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5" name="Google Shape;1585;p34"/>
          <p:cNvSpPr/>
          <p:nvPr/>
        </p:nvSpPr>
        <p:spPr>
          <a:xfrm>
            <a:off x="739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6" name="Google Shape;1586;p34"/>
          <p:cNvSpPr/>
          <p:nvPr/>
        </p:nvSpPr>
        <p:spPr>
          <a:xfrm>
            <a:off x="739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7" name="Google Shape;1587;p34"/>
          <p:cNvSpPr/>
          <p:nvPr/>
        </p:nvSpPr>
        <p:spPr>
          <a:xfrm>
            <a:off x="739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8" name="Google Shape;1588;p34"/>
          <p:cNvSpPr/>
          <p:nvPr/>
        </p:nvSpPr>
        <p:spPr>
          <a:xfrm>
            <a:off x="739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9" name="Google Shape;1589;p34"/>
          <p:cNvSpPr/>
          <p:nvPr/>
        </p:nvSpPr>
        <p:spPr>
          <a:xfrm>
            <a:off x="739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0" name="Google Shape;1590;p34"/>
          <p:cNvSpPr/>
          <p:nvPr/>
        </p:nvSpPr>
        <p:spPr>
          <a:xfrm>
            <a:off x="739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1" name="Google Shape;1591;p34"/>
          <p:cNvSpPr/>
          <p:nvPr/>
        </p:nvSpPr>
        <p:spPr>
          <a:xfrm>
            <a:off x="739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2" name="Google Shape;1592;p34"/>
          <p:cNvSpPr/>
          <p:nvPr/>
        </p:nvSpPr>
        <p:spPr>
          <a:xfrm>
            <a:off x="739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3" name="Google Shape;1593;p34"/>
          <p:cNvSpPr/>
          <p:nvPr/>
        </p:nvSpPr>
        <p:spPr>
          <a:xfrm>
            <a:off x="739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4" name="Google Shape;1594;p34"/>
          <p:cNvSpPr/>
          <p:nvPr/>
        </p:nvSpPr>
        <p:spPr>
          <a:xfrm>
            <a:off x="739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5" name="Google Shape;1595;p34"/>
          <p:cNvSpPr/>
          <p:nvPr/>
        </p:nvSpPr>
        <p:spPr>
          <a:xfrm>
            <a:off x="739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6" name="Google Shape;1596;p34"/>
          <p:cNvSpPr/>
          <p:nvPr/>
        </p:nvSpPr>
        <p:spPr>
          <a:xfrm>
            <a:off x="739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7" name="Google Shape;1597;p34"/>
          <p:cNvSpPr/>
          <p:nvPr/>
        </p:nvSpPr>
        <p:spPr>
          <a:xfrm>
            <a:off x="739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8" name="Google Shape;1598;p34"/>
          <p:cNvSpPr/>
          <p:nvPr/>
        </p:nvSpPr>
        <p:spPr>
          <a:xfrm>
            <a:off x="739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9" name="Google Shape;1599;p34"/>
          <p:cNvSpPr/>
          <p:nvPr/>
        </p:nvSpPr>
        <p:spPr>
          <a:xfrm>
            <a:off x="739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0" name="Google Shape;1600;p34"/>
          <p:cNvSpPr/>
          <p:nvPr/>
        </p:nvSpPr>
        <p:spPr>
          <a:xfrm>
            <a:off x="739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1" name="Google Shape;1601;p34"/>
          <p:cNvSpPr/>
          <p:nvPr/>
        </p:nvSpPr>
        <p:spPr>
          <a:xfrm>
            <a:off x="739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2" name="Google Shape;1602;p34"/>
          <p:cNvSpPr/>
          <p:nvPr/>
        </p:nvSpPr>
        <p:spPr>
          <a:xfrm>
            <a:off x="739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3" name="Google Shape;1603;p34"/>
          <p:cNvSpPr/>
          <p:nvPr/>
        </p:nvSpPr>
        <p:spPr>
          <a:xfrm>
            <a:off x="739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4" name="Google Shape;1604;p34"/>
          <p:cNvSpPr/>
          <p:nvPr/>
        </p:nvSpPr>
        <p:spPr>
          <a:xfrm>
            <a:off x="739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5" name="Google Shape;1605;p34"/>
          <p:cNvSpPr/>
          <p:nvPr/>
        </p:nvSpPr>
        <p:spPr>
          <a:xfrm>
            <a:off x="761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6" name="Google Shape;1606;p34"/>
          <p:cNvSpPr/>
          <p:nvPr/>
        </p:nvSpPr>
        <p:spPr>
          <a:xfrm>
            <a:off x="761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7" name="Google Shape;1607;p34"/>
          <p:cNvSpPr/>
          <p:nvPr/>
        </p:nvSpPr>
        <p:spPr>
          <a:xfrm>
            <a:off x="761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8" name="Google Shape;1608;p34"/>
          <p:cNvSpPr/>
          <p:nvPr/>
        </p:nvSpPr>
        <p:spPr>
          <a:xfrm>
            <a:off x="761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9" name="Google Shape;1609;p34"/>
          <p:cNvSpPr/>
          <p:nvPr/>
        </p:nvSpPr>
        <p:spPr>
          <a:xfrm>
            <a:off x="761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0" name="Google Shape;1610;p34"/>
          <p:cNvSpPr/>
          <p:nvPr/>
        </p:nvSpPr>
        <p:spPr>
          <a:xfrm>
            <a:off x="761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1" name="Google Shape;1611;p34"/>
          <p:cNvSpPr/>
          <p:nvPr/>
        </p:nvSpPr>
        <p:spPr>
          <a:xfrm>
            <a:off x="761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2" name="Google Shape;1612;p34"/>
          <p:cNvSpPr/>
          <p:nvPr/>
        </p:nvSpPr>
        <p:spPr>
          <a:xfrm>
            <a:off x="761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3" name="Google Shape;1613;p34"/>
          <p:cNvSpPr/>
          <p:nvPr/>
        </p:nvSpPr>
        <p:spPr>
          <a:xfrm>
            <a:off x="761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4" name="Google Shape;1614;p34"/>
          <p:cNvSpPr/>
          <p:nvPr/>
        </p:nvSpPr>
        <p:spPr>
          <a:xfrm>
            <a:off x="761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5" name="Google Shape;1615;p34"/>
          <p:cNvSpPr/>
          <p:nvPr/>
        </p:nvSpPr>
        <p:spPr>
          <a:xfrm>
            <a:off x="761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6" name="Google Shape;1616;p34"/>
          <p:cNvSpPr/>
          <p:nvPr/>
        </p:nvSpPr>
        <p:spPr>
          <a:xfrm>
            <a:off x="761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7" name="Google Shape;1617;p34"/>
          <p:cNvSpPr/>
          <p:nvPr/>
        </p:nvSpPr>
        <p:spPr>
          <a:xfrm>
            <a:off x="761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8" name="Google Shape;1618;p34"/>
          <p:cNvSpPr/>
          <p:nvPr/>
        </p:nvSpPr>
        <p:spPr>
          <a:xfrm>
            <a:off x="761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9" name="Google Shape;1619;p34"/>
          <p:cNvSpPr/>
          <p:nvPr/>
        </p:nvSpPr>
        <p:spPr>
          <a:xfrm>
            <a:off x="761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0" name="Google Shape;1620;p34"/>
          <p:cNvSpPr/>
          <p:nvPr/>
        </p:nvSpPr>
        <p:spPr>
          <a:xfrm>
            <a:off x="761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1" name="Google Shape;1621;p34"/>
          <p:cNvSpPr/>
          <p:nvPr/>
        </p:nvSpPr>
        <p:spPr>
          <a:xfrm>
            <a:off x="761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2" name="Google Shape;1622;p34"/>
          <p:cNvSpPr/>
          <p:nvPr/>
        </p:nvSpPr>
        <p:spPr>
          <a:xfrm>
            <a:off x="761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3" name="Google Shape;1623;p34"/>
          <p:cNvSpPr/>
          <p:nvPr/>
        </p:nvSpPr>
        <p:spPr>
          <a:xfrm>
            <a:off x="761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4" name="Google Shape;1624;p34"/>
          <p:cNvSpPr/>
          <p:nvPr/>
        </p:nvSpPr>
        <p:spPr>
          <a:xfrm>
            <a:off x="761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5" name="Google Shape;1625;p34"/>
          <p:cNvSpPr/>
          <p:nvPr/>
        </p:nvSpPr>
        <p:spPr>
          <a:xfrm>
            <a:off x="761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6" name="Google Shape;1626;p34"/>
          <p:cNvSpPr/>
          <p:nvPr/>
        </p:nvSpPr>
        <p:spPr>
          <a:xfrm>
            <a:off x="783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7" name="Google Shape;1627;p34"/>
          <p:cNvSpPr/>
          <p:nvPr/>
        </p:nvSpPr>
        <p:spPr>
          <a:xfrm>
            <a:off x="783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8" name="Google Shape;1628;p34"/>
          <p:cNvSpPr/>
          <p:nvPr/>
        </p:nvSpPr>
        <p:spPr>
          <a:xfrm>
            <a:off x="783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9" name="Google Shape;1629;p34"/>
          <p:cNvSpPr/>
          <p:nvPr/>
        </p:nvSpPr>
        <p:spPr>
          <a:xfrm>
            <a:off x="783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0" name="Google Shape;1630;p34"/>
          <p:cNvSpPr/>
          <p:nvPr/>
        </p:nvSpPr>
        <p:spPr>
          <a:xfrm>
            <a:off x="783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1" name="Google Shape;1631;p34"/>
          <p:cNvSpPr/>
          <p:nvPr/>
        </p:nvSpPr>
        <p:spPr>
          <a:xfrm>
            <a:off x="783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2" name="Google Shape;1632;p34"/>
          <p:cNvSpPr/>
          <p:nvPr/>
        </p:nvSpPr>
        <p:spPr>
          <a:xfrm>
            <a:off x="783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3" name="Google Shape;1633;p34"/>
          <p:cNvSpPr/>
          <p:nvPr/>
        </p:nvSpPr>
        <p:spPr>
          <a:xfrm>
            <a:off x="783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4" name="Google Shape;1634;p34"/>
          <p:cNvSpPr/>
          <p:nvPr/>
        </p:nvSpPr>
        <p:spPr>
          <a:xfrm>
            <a:off x="783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5" name="Google Shape;1635;p34"/>
          <p:cNvSpPr/>
          <p:nvPr/>
        </p:nvSpPr>
        <p:spPr>
          <a:xfrm>
            <a:off x="783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6" name="Google Shape;1636;p34"/>
          <p:cNvSpPr/>
          <p:nvPr/>
        </p:nvSpPr>
        <p:spPr>
          <a:xfrm>
            <a:off x="783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7" name="Google Shape;1637;p34"/>
          <p:cNvSpPr/>
          <p:nvPr/>
        </p:nvSpPr>
        <p:spPr>
          <a:xfrm>
            <a:off x="783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8" name="Google Shape;1638;p34"/>
          <p:cNvSpPr/>
          <p:nvPr/>
        </p:nvSpPr>
        <p:spPr>
          <a:xfrm>
            <a:off x="783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9" name="Google Shape;1639;p34"/>
          <p:cNvSpPr/>
          <p:nvPr/>
        </p:nvSpPr>
        <p:spPr>
          <a:xfrm>
            <a:off x="783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0" name="Google Shape;1640;p34"/>
          <p:cNvSpPr/>
          <p:nvPr/>
        </p:nvSpPr>
        <p:spPr>
          <a:xfrm>
            <a:off x="783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1" name="Google Shape;1641;p34"/>
          <p:cNvSpPr/>
          <p:nvPr/>
        </p:nvSpPr>
        <p:spPr>
          <a:xfrm>
            <a:off x="783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2" name="Google Shape;1642;p34"/>
          <p:cNvSpPr/>
          <p:nvPr/>
        </p:nvSpPr>
        <p:spPr>
          <a:xfrm>
            <a:off x="783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3" name="Google Shape;1643;p34"/>
          <p:cNvSpPr/>
          <p:nvPr/>
        </p:nvSpPr>
        <p:spPr>
          <a:xfrm>
            <a:off x="783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4" name="Google Shape;1644;p34"/>
          <p:cNvSpPr/>
          <p:nvPr/>
        </p:nvSpPr>
        <p:spPr>
          <a:xfrm>
            <a:off x="783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5" name="Google Shape;1645;p34"/>
          <p:cNvSpPr/>
          <p:nvPr/>
        </p:nvSpPr>
        <p:spPr>
          <a:xfrm>
            <a:off x="783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6" name="Google Shape;1646;p34"/>
          <p:cNvSpPr/>
          <p:nvPr/>
        </p:nvSpPr>
        <p:spPr>
          <a:xfrm>
            <a:off x="783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7" name="Google Shape;1647;p34"/>
          <p:cNvSpPr/>
          <p:nvPr/>
        </p:nvSpPr>
        <p:spPr>
          <a:xfrm>
            <a:off x="805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8" name="Google Shape;1648;p34"/>
          <p:cNvSpPr/>
          <p:nvPr/>
        </p:nvSpPr>
        <p:spPr>
          <a:xfrm>
            <a:off x="805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9" name="Google Shape;1649;p34"/>
          <p:cNvSpPr/>
          <p:nvPr/>
        </p:nvSpPr>
        <p:spPr>
          <a:xfrm>
            <a:off x="805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0" name="Google Shape;1650;p34"/>
          <p:cNvSpPr/>
          <p:nvPr/>
        </p:nvSpPr>
        <p:spPr>
          <a:xfrm>
            <a:off x="805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1" name="Google Shape;1651;p34"/>
          <p:cNvSpPr/>
          <p:nvPr/>
        </p:nvSpPr>
        <p:spPr>
          <a:xfrm>
            <a:off x="805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2" name="Google Shape;1652;p34"/>
          <p:cNvSpPr/>
          <p:nvPr/>
        </p:nvSpPr>
        <p:spPr>
          <a:xfrm>
            <a:off x="805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3" name="Google Shape;1653;p34"/>
          <p:cNvSpPr/>
          <p:nvPr/>
        </p:nvSpPr>
        <p:spPr>
          <a:xfrm>
            <a:off x="805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4" name="Google Shape;1654;p34"/>
          <p:cNvSpPr/>
          <p:nvPr/>
        </p:nvSpPr>
        <p:spPr>
          <a:xfrm>
            <a:off x="805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5" name="Google Shape;1655;p34"/>
          <p:cNvSpPr/>
          <p:nvPr/>
        </p:nvSpPr>
        <p:spPr>
          <a:xfrm>
            <a:off x="805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6" name="Google Shape;1656;p34"/>
          <p:cNvSpPr/>
          <p:nvPr/>
        </p:nvSpPr>
        <p:spPr>
          <a:xfrm>
            <a:off x="805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7" name="Google Shape;1657;p34"/>
          <p:cNvSpPr/>
          <p:nvPr/>
        </p:nvSpPr>
        <p:spPr>
          <a:xfrm>
            <a:off x="805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8" name="Google Shape;1658;p34"/>
          <p:cNvSpPr/>
          <p:nvPr/>
        </p:nvSpPr>
        <p:spPr>
          <a:xfrm>
            <a:off x="805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9" name="Google Shape;1659;p34"/>
          <p:cNvSpPr/>
          <p:nvPr/>
        </p:nvSpPr>
        <p:spPr>
          <a:xfrm>
            <a:off x="805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0" name="Google Shape;1660;p34"/>
          <p:cNvSpPr/>
          <p:nvPr/>
        </p:nvSpPr>
        <p:spPr>
          <a:xfrm>
            <a:off x="805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1" name="Google Shape;1661;p34"/>
          <p:cNvSpPr/>
          <p:nvPr/>
        </p:nvSpPr>
        <p:spPr>
          <a:xfrm>
            <a:off x="805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2" name="Google Shape;1662;p34"/>
          <p:cNvSpPr/>
          <p:nvPr/>
        </p:nvSpPr>
        <p:spPr>
          <a:xfrm>
            <a:off x="805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3" name="Google Shape;1663;p34"/>
          <p:cNvSpPr/>
          <p:nvPr/>
        </p:nvSpPr>
        <p:spPr>
          <a:xfrm>
            <a:off x="805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4" name="Google Shape;1664;p34"/>
          <p:cNvSpPr/>
          <p:nvPr/>
        </p:nvSpPr>
        <p:spPr>
          <a:xfrm>
            <a:off x="805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5" name="Google Shape;1665;p34"/>
          <p:cNvSpPr/>
          <p:nvPr/>
        </p:nvSpPr>
        <p:spPr>
          <a:xfrm>
            <a:off x="805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6" name="Google Shape;1666;p34"/>
          <p:cNvSpPr/>
          <p:nvPr/>
        </p:nvSpPr>
        <p:spPr>
          <a:xfrm>
            <a:off x="805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7" name="Google Shape;1667;p34"/>
          <p:cNvSpPr/>
          <p:nvPr/>
        </p:nvSpPr>
        <p:spPr>
          <a:xfrm>
            <a:off x="805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8" name="Google Shape;1668;p34"/>
          <p:cNvSpPr/>
          <p:nvPr/>
        </p:nvSpPr>
        <p:spPr>
          <a:xfrm>
            <a:off x="827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9" name="Google Shape;1669;p34"/>
          <p:cNvSpPr/>
          <p:nvPr/>
        </p:nvSpPr>
        <p:spPr>
          <a:xfrm>
            <a:off x="827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0" name="Google Shape;1670;p34"/>
          <p:cNvSpPr/>
          <p:nvPr/>
        </p:nvSpPr>
        <p:spPr>
          <a:xfrm>
            <a:off x="827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1" name="Google Shape;1671;p34"/>
          <p:cNvSpPr/>
          <p:nvPr/>
        </p:nvSpPr>
        <p:spPr>
          <a:xfrm>
            <a:off x="827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2" name="Google Shape;1672;p34"/>
          <p:cNvSpPr/>
          <p:nvPr/>
        </p:nvSpPr>
        <p:spPr>
          <a:xfrm>
            <a:off x="827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3" name="Google Shape;1673;p34"/>
          <p:cNvSpPr/>
          <p:nvPr/>
        </p:nvSpPr>
        <p:spPr>
          <a:xfrm>
            <a:off x="827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4" name="Google Shape;1674;p34"/>
          <p:cNvSpPr/>
          <p:nvPr/>
        </p:nvSpPr>
        <p:spPr>
          <a:xfrm>
            <a:off x="827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5" name="Google Shape;1675;p34"/>
          <p:cNvSpPr/>
          <p:nvPr/>
        </p:nvSpPr>
        <p:spPr>
          <a:xfrm>
            <a:off x="827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6" name="Google Shape;1676;p34"/>
          <p:cNvSpPr/>
          <p:nvPr/>
        </p:nvSpPr>
        <p:spPr>
          <a:xfrm>
            <a:off x="827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7" name="Google Shape;1677;p34"/>
          <p:cNvSpPr/>
          <p:nvPr/>
        </p:nvSpPr>
        <p:spPr>
          <a:xfrm>
            <a:off x="827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8" name="Google Shape;1678;p34"/>
          <p:cNvSpPr/>
          <p:nvPr/>
        </p:nvSpPr>
        <p:spPr>
          <a:xfrm>
            <a:off x="827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9" name="Google Shape;1679;p34"/>
          <p:cNvSpPr/>
          <p:nvPr/>
        </p:nvSpPr>
        <p:spPr>
          <a:xfrm>
            <a:off x="827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0" name="Google Shape;1680;p34"/>
          <p:cNvSpPr/>
          <p:nvPr/>
        </p:nvSpPr>
        <p:spPr>
          <a:xfrm>
            <a:off x="827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1" name="Google Shape;1681;p34"/>
          <p:cNvSpPr/>
          <p:nvPr/>
        </p:nvSpPr>
        <p:spPr>
          <a:xfrm>
            <a:off x="827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2" name="Google Shape;1682;p34"/>
          <p:cNvSpPr/>
          <p:nvPr/>
        </p:nvSpPr>
        <p:spPr>
          <a:xfrm>
            <a:off x="827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3" name="Google Shape;1683;p34"/>
          <p:cNvSpPr/>
          <p:nvPr/>
        </p:nvSpPr>
        <p:spPr>
          <a:xfrm>
            <a:off x="827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4" name="Google Shape;1684;p34"/>
          <p:cNvSpPr/>
          <p:nvPr/>
        </p:nvSpPr>
        <p:spPr>
          <a:xfrm>
            <a:off x="827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5" name="Google Shape;1685;p34"/>
          <p:cNvSpPr/>
          <p:nvPr/>
        </p:nvSpPr>
        <p:spPr>
          <a:xfrm>
            <a:off x="827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6" name="Google Shape;1686;p34"/>
          <p:cNvSpPr/>
          <p:nvPr/>
        </p:nvSpPr>
        <p:spPr>
          <a:xfrm>
            <a:off x="827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7" name="Google Shape;1687;p34"/>
          <p:cNvSpPr/>
          <p:nvPr/>
        </p:nvSpPr>
        <p:spPr>
          <a:xfrm>
            <a:off x="827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8" name="Google Shape;1688;p34"/>
          <p:cNvSpPr/>
          <p:nvPr/>
        </p:nvSpPr>
        <p:spPr>
          <a:xfrm>
            <a:off x="827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9" name="Google Shape;1689;p34"/>
          <p:cNvSpPr/>
          <p:nvPr/>
        </p:nvSpPr>
        <p:spPr>
          <a:xfrm>
            <a:off x="849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0" name="Google Shape;1690;p34"/>
          <p:cNvSpPr/>
          <p:nvPr/>
        </p:nvSpPr>
        <p:spPr>
          <a:xfrm>
            <a:off x="849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1" name="Google Shape;1691;p34"/>
          <p:cNvSpPr/>
          <p:nvPr/>
        </p:nvSpPr>
        <p:spPr>
          <a:xfrm>
            <a:off x="849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2" name="Google Shape;1692;p34"/>
          <p:cNvSpPr/>
          <p:nvPr/>
        </p:nvSpPr>
        <p:spPr>
          <a:xfrm>
            <a:off x="849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3" name="Google Shape;1693;p34"/>
          <p:cNvSpPr/>
          <p:nvPr/>
        </p:nvSpPr>
        <p:spPr>
          <a:xfrm>
            <a:off x="849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4" name="Google Shape;1694;p34"/>
          <p:cNvSpPr/>
          <p:nvPr/>
        </p:nvSpPr>
        <p:spPr>
          <a:xfrm>
            <a:off x="849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5" name="Google Shape;1695;p34"/>
          <p:cNvSpPr/>
          <p:nvPr/>
        </p:nvSpPr>
        <p:spPr>
          <a:xfrm>
            <a:off x="849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6" name="Google Shape;1696;p34"/>
          <p:cNvSpPr/>
          <p:nvPr/>
        </p:nvSpPr>
        <p:spPr>
          <a:xfrm>
            <a:off x="849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7" name="Google Shape;1697;p34"/>
          <p:cNvSpPr/>
          <p:nvPr/>
        </p:nvSpPr>
        <p:spPr>
          <a:xfrm>
            <a:off x="849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8" name="Google Shape;1698;p34"/>
          <p:cNvSpPr/>
          <p:nvPr/>
        </p:nvSpPr>
        <p:spPr>
          <a:xfrm>
            <a:off x="849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9" name="Google Shape;1699;p34"/>
          <p:cNvSpPr/>
          <p:nvPr/>
        </p:nvSpPr>
        <p:spPr>
          <a:xfrm>
            <a:off x="849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0" name="Google Shape;1700;p34"/>
          <p:cNvSpPr/>
          <p:nvPr/>
        </p:nvSpPr>
        <p:spPr>
          <a:xfrm>
            <a:off x="849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1" name="Google Shape;1701;p34"/>
          <p:cNvSpPr/>
          <p:nvPr/>
        </p:nvSpPr>
        <p:spPr>
          <a:xfrm>
            <a:off x="849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2" name="Google Shape;1702;p34"/>
          <p:cNvSpPr/>
          <p:nvPr/>
        </p:nvSpPr>
        <p:spPr>
          <a:xfrm>
            <a:off x="849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3" name="Google Shape;1703;p34"/>
          <p:cNvSpPr/>
          <p:nvPr/>
        </p:nvSpPr>
        <p:spPr>
          <a:xfrm>
            <a:off x="849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4" name="Google Shape;1704;p34"/>
          <p:cNvSpPr/>
          <p:nvPr/>
        </p:nvSpPr>
        <p:spPr>
          <a:xfrm>
            <a:off x="849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5" name="Google Shape;1705;p34"/>
          <p:cNvSpPr/>
          <p:nvPr/>
        </p:nvSpPr>
        <p:spPr>
          <a:xfrm>
            <a:off x="849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6" name="Google Shape;1706;p34"/>
          <p:cNvSpPr/>
          <p:nvPr/>
        </p:nvSpPr>
        <p:spPr>
          <a:xfrm>
            <a:off x="849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7" name="Google Shape;1707;p34"/>
          <p:cNvSpPr/>
          <p:nvPr/>
        </p:nvSpPr>
        <p:spPr>
          <a:xfrm>
            <a:off x="849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8" name="Google Shape;1708;p34"/>
          <p:cNvSpPr/>
          <p:nvPr/>
        </p:nvSpPr>
        <p:spPr>
          <a:xfrm>
            <a:off x="849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9" name="Google Shape;1709;p34"/>
          <p:cNvSpPr/>
          <p:nvPr/>
        </p:nvSpPr>
        <p:spPr>
          <a:xfrm>
            <a:off x="849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0" name="Google Shape;1710;p34"/>
          <p:cNvSpPr/>
          <p:nvPr/>
        </p:nvSpPr>
        <p:spPr>
          <a:xfrm>
            <a:off x="871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1" name="Google Shape;1711;p34"/>
          <p:cNvSpPr/>
          <p:nvPr/>
        </p:nvSpPr>
        <p:spPr>
          <a:xfrm>
            <a:off x="871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2" name="Google Shape;1712;p34"/>
          <p:cNvSpPr/>
          <p:nvPr/>
        </p:nvSpPr>
        <p:spPr>
          <a:xfrm>
            <a:off x="871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3" name="Google Shape;1713;p34"/>
          <p:cNvSpPr/>
          <p:nvPr/>
        </p:nvSpPr>
        <p:spPr>
          <a:xfrm>
            <a:off x="871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4" name="Google Shape;1714;p34"/>
          <p:cNvSpPr/>
          <p:nvPr/>
        </p:nvSpPr>
        <p:spPr>
          <a:xfrm>
            <a:off x="871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5" name="Google Shape;1715;p34"/>
          <p:cNvSpPr/>
          <p:nvPr/>
        </p:nvSpPr>
        <p:spPr>
          <a:xfrm>
            <a:off x="871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6" name="Google Shape;1716;p34"/>
          <p:cNvSpPr/>
          <p:nvPr/>
        </p:nvSpPr>
        <p:spPr>
          <a:xfrm>
            <a:off x="871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7" name="Google Shape;1717;p34"/>
          <p:cNvSpPr/>
          <p:nvPr/>
        </p:nvSpPr>
        <p:spPr>
          <a:xfrm>
            <a:off x="871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8" name="Google Shape;1718;p34"/>
          <p:cNvSpPr/>
          <p:nvPr/>
        </p:nvSpPr>
        <p:spPr>
          <a:xfrm>
            <a:off x="871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9" name="Google Shape;1719;p34"/>
          <p:cNvSpPr/>
          <p:nvPr/>
        </p:nvSpPr>
        <p:spPr>
          <a:xfrm>
            <a:off x="871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0" name="Google Shape;1720;p34"/>
          <p:cNvSpPr/>
          <p:nvPr/>
        </p:nvSpPr>
        <p:spPr>
          <a:xfrm>
            <a:off x="871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1" name="Google Shape;1721;p34"/>
          <p:cNvSpPr/>
          <p:nvPr/>
        </p:nvSpPr>
        <p:spPr>
          <a:xfrm>
            <a:off x="871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2" name="Google Shape;1722;p34"/>
          <p:cNvSpPr/>
          <p:nvPr/>
        </p:nvSpPr>
        <p:spPr>
          <a:xfrm>
            <a:off x="871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3" name="Google Shape;1723;p34"/>
          <p:cNvSpPr/>
          <p:nvPr/>
        </p:nvSpPr>
        <p:spPr>
          <a:xfrm>
            <a:off x="871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4" name="Google Shape;1724;p34"/>
          <p:cNvSpPr/>
          <p:nvPr/>
        </p:nvSpPr>
        <p:spPr>
          <a:xfrm>
            <a:off x="871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5" name="Google Shape;1725;p34"/>
          <p:cNvSpPr/>
          <p:nvPr/>
        </p:nvSpPr>
        <p:spPr>
          <a:xfrm>
            <a:off x="871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6" name="Google Shape;1726;p34"/>
          <p:cNvSpPr/>
          <p:nvPr/>
        </p:nvSpPr>
        <p:spPr>
          <a:xfrm>
            <a:off x="871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7" name="Google Shape;1727;p34"/>
          <p:cNvSpPr/>
          <p:nvPr/>
        </p:nvSpPr>
        <p:spPr>
          <a:xfrm>
            <a:off x="871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8" name="Google Shape;1728;p34"/>
          <p:cNvSpPr/>
          <p:nvPr/>
        </p:nvSpPr>
        <p:spPr>
          <a:xfrm>
            <a:off x="871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9" name="Google Shape;1729;p34"/>
          <p:cNvSpPr/>
          <p:nvPr/>
        </p:nvSpPr>
        <p:spPr>
          <a:xfrm>
            <a:off x="871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0" name="Google Shape;1730;p34"/>
          <p:cNvSpPr/>
          <p:nvPr/>
        </p:nvSpPr>
        <p:spPr>
          <a:xfrm>
            <a:off x="871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1" name="Google Shape;1731;p34"/>
          <p:cNvSpPr/>
          <p:nvPr/>
        </p:nvSpPr>
        <p:spPr>
          <a:xfrm>
            <a:off x="893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2" name="Google Shape;1732;p34"/>
          <p:cNvSpPr/>
          <p:nvPr/>
        </p:nvSpPr>
        <p:spPr>
          <a:xfrm>
            <a:off x="893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3" name="Google Shape;1733;p34"/>
          <p:cNvSpPr/>
          <p:nvPr/>
        </p:nvSpPr>
        <p:spPr>
          <a:xfrm>
            <a:off x="893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4" name="Google Shape;1734;p34"/>
          <p:cNvSpPr/>
          <p:nvPr/>
        </p:nvSpPr>
        <p:spPr>
          <a:xfrm>
            <a:off x="893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5" name="Google Shape;1735;p34"/>
          <p:cNvSpPr/>
          <p:nvPr/>
        </p:nvSpPr>
        <p:spPr>
          <a:xfrm>
            <a:off x="893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6" name="Google Shape;1736;p34"/>
          <p:cNvSpPr/>
          <p:nvPr/>
        </p:nvSpPr>
        <p:spPr>
          <a:xfrm>
            <a:off x="893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7" name="Google Shape;1737;p34"/>
          <p:cNvSpPr/>
          <p:nvPr/>
        </p:nvSpPr>
        <p:spPr>
          <a:xfrm>
            <a:off x="893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8" name="Google Shape;1738;p34"/>
          <p:cNvSpPr/>
          <p:nvPr/>
        </p:nvSpPr>
        <p:spPr>
          <a:xfrm>
            <a:off x="893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9" name="Google Shape;1739;p34"/>
          <p:cNvSpPr/>
          <p:nvPr/>
        </p:nvSpPr>
        <p:spPr>
          <a:xfrm>
            <a:off x="893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0" name="Google Shape;1740;p34"/>
          <p:cNvSpPr/>
          <p:nvPr/>
        </p:nvSpPr>
        <p:spPr>
          <a:xfrm>
            <a:off x="893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1" name="Google Shape;1741;p34"/>
          <p:cNvSpPr/>
          <p:nvPr/>
        </p:nvSpPr>
        <p:spPr>
          <a:xfrm>
            <a:off x="893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2" name="Google Shape;1742;p34"/>
          <p:cNvSpPr/>
          <p:nvPr/>
        </p:nvSpPr>
        <p:spPr>
          <a:xfrm>
            <a:off x="893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3" name="Google Shape;1743;p34"/>
          <p:cNvSpPr/>
          <p:nvPr/>
        </p:nvSpPr>
        <p:spPr>
          <a:xfrm>
            <a:off x="893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4" name="Google Shape;1744;p34"/>
          <p:cNvSpPr/>
          <p:nvPr/>
        </p:nvSpPr>
        <p:spPr>
          <a:xfrm>
            <a:off x="893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5" name="Google Shape;1745;p34"/>
          <p:cNvSpPr/>
          <p:nvPr/>
        </p:nvSpPr>
        <p:spPr>
          <a:xfrm>
            <a:off x="893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6" name="Google Shape;1746;p34"/>
          <p:cNvSpPr/>
          <p:nvPr/>
        </p:nvSpPr>
        <p:spPr>
          <a:xfrm>
            <a:off x="893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7" name="Google Shape;1747;p34"/>
          <p:cNvSpPr/>
          <p:nvPr/>
        </p:nvSpPr>
        <p:spPr>
          <a:xfrm>
            <a:off x="893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8" name="Google Shape;1748;p34"/>
          <p:cNvSpPr/>
          <p:nvPr/>
        </p:nvSpPr>
        <p:spPr>
          <a:xfrm>
            <a:off x="893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9" name="Google Shape;1749;p34"/>
          <p:cNvSpPr/>
          <p:nvPr/>
        </p:nvSpPr>
        <p:spPr>
          <a:xfrm>
            <a:off x="893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0" name="Google Shape;1750;p34"/>
          <p:cNvSpPr/>
          <p:nvPr/>
        </p:nvSpPr>
        <p:spPr>
          <a:xfrm>
            <a:off x="893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1" name="Google Shape;1751;p34"/>
          <p:cNvSpPr/>
          <p:nvPr/>
        </p:nvSpPr>
        <p:spPr>
          <a:xfrm>
            <a:off x="893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2" name="Google Shape;1752;p34"/>
          <p:cNvSpPr txBox="1"/>
          <p:nvPr/>
        </p:nvSpPr>
        <p:spPr>
          <a:xfrm>
            <a:off x="256032" y="91440"/>
            <a:ext cx="18288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>
                <a:solidFill>
                  <a:srgbClr val="58606E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Business Opportunities</a:t>
            </a:r>
            <a:endParaRPr/>
          </a:p>
        </p:txBody>
      </p:sp>
      <p:sp>
        <p:nvSpPr>
          <p:cNvPr id="1753" name="Google Shape;1753;p34"/>
          <p:cNvSpPr/>
          <p:nvPr/>
        </p:nvSpPr>
        <p:spPr>
          <a:xfrm>
            <a:off x="329184" y="502920"/>
            <a:ext cx="36600" cy="347400"/>
          </a:xfrm>
          <a:prstGeom prst="rect">
            <a:avLst/>
          </a:prstGeom>
          <a:solidFill>
            <a:srgbClr val="2F68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4" name="Google Shape;1754;p34"/>
          <p:cNvSpPr txBox="1"/>
          <p:nvPr/>
        </p:nvSpPr>
        <p:spPr>
          <a:xfrm>
            <a:off x="438903" y="429775"/>
            <a:ext cx="85032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171B23"/>
                </a:solidFill>
                <a:latin typeface="Inter"/>
                <a:ea typeface="Inter"/>
                <a:cs typeface="Inter"/>
                <a:sym typeface="Inter"/>
              </a:rPr>
              <a:t>Key Business Metrics</a:t>
            </a:r>
            <a:endParaRPr/>
          </a:p>
        </p:txBody>
      </p:sp>
      <p:sp>
        <p:nvSpPr>
          <p:cNvPr id="1755" name="Google Shape;1755;p34"/>
          <p:cNvSpPr txBox="1"/>
          <p:nvPr/>
        </p:nvSpPr>
        <p:spPr>
          <a:xfrm>
            <a:off x="438903" y="822949"/>
            <a:ext cx="84525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u="none" cap="none" strike="noStrike">
                <a:solidFill>
                  <a:srgbClr val="58606E"/>
                </a:solidFill>
                <a:latin typeface="Inter"/>
                <a:ea typeface="Inter"/>
                <a:cs typeface="Inter"/>
                <a:sym typeface="Inter"/>
              </a:rPr>
              <a:t>Live values </a:t>
            </a:r>
            <a:r>
              <a:rPr lang="en">
                <a:solidFill>
                  <a:srgbClr val="58606E"/>
                </a:solidFill>
                <a:latin typeface="Inter"/>
                <a:ea typeface="Inter"/>
                <a:cs typeface="Inter"/>
                <a:sym typeface="Inter"/>
              </a:rPr>
              <a:t>from</a:t>
            </a:r>
            <a:r>
              <a:rPr i="0" lang="en" u="none" cap="none" strike="noStrike">
                <a:solidFill>
                  <a:srgbClr val="58606E"/>
                </a:solidFill>
                <a:latin typeface="Inter"/>
                <a:ea typeface="Inter"/>
                <a:cs typeface="Inter"/>
                <a:sym typeface="Inter"/>
              </a:rPr>
              <a:t> BigQuery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756" name="Google Shape;1756;p34"/>
          <p:cNvGrpSpPr/>
          <p:nvPr/>
        </p:nvGrpSpPr>
        <p:grpSpPr>
          <a:xfrm>
            <a:off x="502925" y="1325875"/>
            <a:ext cx="2364300" cy="1484100"/>
            <a:chOff x="502925" y="1325875"/>
            <a:chExt cx="2364300" cy="1484100"/>
          </a:xfrm>
        </p:grpSpPr>
        <p:sp>
          <p:nvSpPr>
            <p:cNvPr id="1757" name="Google Shape;1757;p34"/>
            <p:cNvSpPr/>
            <p:nvPr/>
          </p:nvSpPr>
          <p:spPr>
            <a:xfrm>
              <a:off x="502925" y="1325875"/>
              <a:ext cx="2364300" cy="1484100"/>
            </a:xfrm>
            <a:prstGeom prst="roundRect">
              <a:avLst>
                <a:gd fmla="val 16667" name="adj"/>
              </a:avLst>
            </a:prstGeom>
            <a:solidFill>
              <a:srgbClr val="E5EEFC"/>
            </a:solidFill>
            <a:ln cap="flat" cmpd="sng" w="10150">
              <a:solidFill>
                <a:srgbClr val="2F68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p34"/>
            <p:cNvSpPr txBox="1"/>
            <p:nvPr/>
          </p:nvSpPr>
          <p:spPr>
            <a:xfrm>
              <a:off x="790001" y="1474363"/>
              <a:ext cx="1704000" cy="27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6575" lIns="36575" spcFirstLastPara="1" rIns="36575" wrap="square" tIns="365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300" u="none" cap="none" strike="noStrike">
                  <a:solidFill>
                    <a:srgbClr val="2F68FF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TOTAL REVENUE</a:t>
              </a:r>
              <a:endParaRPr sz="1300"/>
            </a:p>
          </p:txBody>
        </p:sp>
        <p:sp>
          <p:nvSpPr>
            <p:cNvPr id="1759" name="Google Shape;1759;p34"/>
            <p:cNvSpPr txBox="1"/>
            <p:nvPr/>
          </p:nvSpPr>
          <p:spPr>
            <a:xfrm>
              <a:off x="640075" y="1890625"/>
              <a:ext cx="2011800" cy="47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6575" lIns="36575" spcFirstLastPara="1" rIns="36575" wrap="square" tIns="365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600" u="none" cap="none" strike="noStrike">
                  <a:solidFill>
                    <a:srgbClr val="171B23"/>
                  </a:solidFill>
                  <a:latin typeface="Inter"/>
                  <a:ea typeface="Inter"/>
                  <a:cs typeface="Inter"/>
                  <a:sym typeface="Inter"/>
                </a:rPr>
                <a:t>R$15.9M</a:t>
              </a:r>
              <a:endParaRPr/>
            </a:p>
          </p:txBody>
        </p:sp>
        <p:sp>
          <p:nvSpPr>
            <p:cNvPr id="1760" name="Google Shape;1760;p34"/>
            <p:cNvSpPr txBox="1"/>
            <p:nvPr/>
          </p:nvSpPr>
          <p:spPr>
            <a:xfrm>
              <a:off x="670100" y="2483013"/>
              <a:ext cx="2011800" cy="25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6575" lIns="36575" spcFirstLastPara="1" rIns="36575" wrap="square" tIns="365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rgbClr val="58606E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2016–2018</a:t>
              </a:r>
              <a:endParaRPr sz="1200"/>
            </a:p>
          </p:txBody>
        </p:sp>
      </p:grpSp>
      <p:grpSp>
        <p:nvGrpSpPr>
          <p:cNvPr id="1761" name="Google Shape;1761;p34"/>
          <p:cNvGrpSpPr/>
          <p:nvPr/>
        </p:nvGrpSpPr>
        <p:grpSpPr>
          <a:xfrm>
            <a:off x="3294656" y="1336738"/>
            <a:ext cx="2364300" cy="1484100"/>
            <a:chOff x="3101950" y="1325875"/>
            <a:chExt cx="2364300" cy="1484100"/>
          </a:xfrm>
        </p:grpSpPr>
        <p:sp>
          <p:nvSpPr>
            <p:cNvPr id="1762" name="Google Shape;1762;p34"/>
            <p:cNvSpPr/>
            <p:nvPr/>
          </p:nvSpPr>
          <p:spPr>
            <a:xfrm>
              <a:off x="3101950" y="1325875"/>
              <a:ext cx="2364300" cy="1484100"/>
            </a:xfrm>
            <a:prstGeom prst="roundRect">
              <a:avLst>
                <a:gd fmla="val 16667" name="adj"/>
              </a:avLst>
            </a:prstGeom>
            <a:solidFill>
              <a:srgbClr val="FFF3E2"/>
            </a:solidFill>
            <a:ln cap="flat" cmpd="sng" w="10150">
              <a:solidFill>
                <a:srgbClr val="E06F24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3" name="Google Shape;1763;p34"/>
            <p:cNvSpPr txBox="1"/>
            <p:nvPr/>
          </p:nvSpPr>
          <p:spPr>
            <a:xfrm>
              <a:off x="3464008" y="1489175"/>
              <a:ext cx="1704000" cy="27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6575" lIns="36575" spcFirstLastPara="1" rIns="36575" wrap="square" tIns="365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300" u="none" cap="none" strike="noStrike">
                  <a:solidFill>
                    <a:srgbClr val="E06F24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AVG REVIEW SCORE</a:t>
              </a:r>
              <a:endParaRPr sz="1300"/>
            </a:p>
          </p:txBody>
        </p:sp>
        <p:sp>
          <p:nvSpPr>
            <p:cNvPr id="1764" name="Google Shape;1764;p34"/>
            <p:cNvSpPr txBox="1"/>
            <p:nvPr/>
          </p:nvSpPr>
          <p:spPr>
            <a:xfrm>
              <a:off x="3345344" y="1924075"/>
              <a:ext cx="1941300" cy="5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6575" lIns="36575" spcFirstLastPara="1" rIns="36575" wrap="square" tIns="365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800" u="none" cap="none" strike="noStrike">
                  <a:solidFill>
                    <a:srgbClr val="171B23"/>
                  </a:solidFill>
                  <a:latin typeface="Inter"/>
                  <a:ea typeface="Inter"/>
                  <a:cs typeface="Inter"/>
                  <a:sym typeface="Inter"/>
                </a:rPr>
                <a:t>4.09</a:t>
              </a:r>
              <a:endParaRPr sz="1600"/>
            </a:p>
          </p:txBody>
        </p:sp>
      </p:grpSp>
      <p:grpSp>
        <p:nvGrpSpPr>
          <p:cNvPr id="1765" name="Google Shape;1765;p34"/>
          <p:cNvGrpSpPr/>
          <p:nvPr/>
        </p:nvGrpSpPr>
        <p:grpSpPr>
          <a:xfrm>
            <a:off x="6128672" y="1336763"/>
            <a:ext cx="2521800" cy="1484043"/>
            <a:chOff x="6368813" y="1307942"/>
            <a:chExt cx="2521800" cy="1546200"/>
          </a:xfrm>
        </p:grpSpPr>
        <p:sp>
          <p:nvSpPr>
            <p:cNvPr id="1766" name="Google Shape;1766;p34"/>
            <p:cNvSpPr/>
            <p:nvPr/>
          </p:nvSpPr>
          <p:spPr>
            <a:xfrm>
              <a:off x="6368813" y="1307942"/>
              <a:ext cx="2521800" cy="1546200"/>
            </a:xfrm>
            <a:prstGeom prst="roundRect">
              <a:avLst>
                <a:gd fmla="val 16667" name="adj"/>
              </a:avLst>
            </a:prstGeom>
            <a:solidFill>
              <a:srgbClr val="EFE7FA"/>
            </a:solidFill>
            <a:ln cap="flat" cmpd="sng" w="10150">
              <a:solidFill>
                <a:srgbClr val="7A48AB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p34"/>
            <p:cNvSpPr txBox="1"/>
            <p:nvPr/>
          </p:nvSpPr>
          <p:spPr>
            <a:xfrm>
              <a:off x="6784395" y="1519050"/>
              <a:ext cx="1778100" cy="28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6575" lIns="36575" spcFirstLastPara="1" rIns="36575" wrap="square" tIns="365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300" u="none" cap="none" strike="noStrike">
                  <a:solidFill>
                    <a:srgbClr val="7A48AB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ON-TIME DELIVERY</a:t>
              </a:r>
              <a:endParaRPr sz="1300"/>
            </a:p>
          </p:txBody>
        </p:sp>
        <p:sp>
          <p:nvSpPr>
            <p:cNvPr id="1768" name="Google Shape;1768;p34"/>
            <p:cNvSpPr txBox="1"/>
            <p:nvPr/>
          </p:nvSpPr>
          <p:spPr>
            <a:xfrm>
              <a:off x="6729407" y="1843775"/>
              <a:ext cx="1828800" cy="52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6575" lIns="36575" spcFirstLastPara="1" rIns="36575" wrap="square" tIns="365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800" u="none" cap="none" strike="noStrike">
                  <a:solidFill>
                    <a:srgbClr val="171B23"/>
                  </a:solidFill>
                  <a:latin typeface="Inter"/>
                  <a:ea typeface="Inter"/>
                  <a:cs typeface="Inter"/>
                  <a:sym typeface="Inter"/>
                </a:rPr>
                <a:t>93.3%</a:t>
              </a:r>
              <a:endParaRPr sz="1600"/>
            </a:p>
          </p:txBody>
        </p:sp>
        <p:sp>
          <p:nvSpPr>
            <p:cNvPr id="1769" name="Google Shape;1769;p34"/>
            <p:cNvSpPr txBox="1"/>
            <p:nvPr/>
          </p:nvSpPr>
          <p:spPr>
            <a:xfrm>
              <a:off x="6542008" y="2451963"/>
              <a:ext cx="2189700" cy="2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6575" lIns="36575" spcFirstLastPara="1" rIns="36575" wrap="square" tIns="365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rgbClr val="58606E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Actual</a:t>
              </a:r>
              <a:r>
                <a:rPr lang="en" sz="1200">
                  <a:solidFill>
                    <a:srgbClr val="58606E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 </a:t>
              </a:r>
              <a:r>
                <a:rPr b="0" i="0" lang="en" sz="1200" u="none" cap="none" strike="noStrike">
                  <a:solidFill>
                    <a:srgbClr val="58606E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≤ estimated date</a:t>
              </a:r>
              <a:endParaRPr sz="1200"/>
            </a:p>
          </p:txBody>
        </p:sp>
      </p:grpSp>
      <p:grpSp>
        <p:nvGrpSpPr>
          <p:cNvPr id="1770" name="Google Shape;1770;p34"/>
          <p:cNvGrpSpPr/>
          <p:nvPr/>
        </p:nvGrpSpPr>
        <p:grpSpPr>
          <a:xfrm>
            <a:off x="381000" y="4762500"/>
            <a:ext cx="8382000" cy="285750"/>
            <a:chOff x="381000" y="4762500"/>
            <a:chExt cx="8382000" cy="285750"/>
          </a:xfrm>
        </p:grpSpPr>
        <p:cxnSp>
          <p:nvCxnSpPr>
            <p:cNvPr id="1771" name="Google Shape;1771;p34"/>
            <p:cNvCxnSpPr/>
            <p:nvPr/>
          </p:nvCxnSpPr>
          <p:spPr>
            <a:xfrm>
              <a:off x="381000" y="476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72" name="Google Shape;1772;p34"/>
            <p:cNvSpPr txBox="1"/>
            <p:nvPr/>
          </p:nvSpPr>
          <p:spPr>
            <a:xfrm>
              <a:off x="381000" y="4857750"/>
              <a:ext cx="6970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DS5 Team 5</a:t>
              </a:r>
              <a:r>
                <a:rPr b="0"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 | </a:t>
              </a:r>
              <a:r>
                <a:rPr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Members: Caleb Cheah Peng Huat, Fiona Lim Yan Han, Kevin Chua, Ng Zhenxian, Soh Shi Hui </a:t>
              </a:r>
              <a:endParaRPr b="0" sz="10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73" name="Google Shape;1773;p34"/>
            <p:cNvSpPr txBox="1"/>
            <p:nvPr/>
          </p:nvSpPr>
          <p:spPr>
            <a:xfrm>
              <a:off x="49530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June 2026</a:t>
              </a:r>
              <a:endParaRPr b="0" sz="10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74" name="Google Shape;1774;p34"/>
          <p:cNvGrpSpPr/>
          <p:nvPr/>
        </p:nvGrpSpPr>
        <p:grpSpPr>
          <a:xfrm>
            <a:off x="344956" y="3219119"/>
            <a:ext cx="8382091" cy="1271535"/>
            <a:chOff x="502924" y="3363241"/>
            <a:chExt cx="8337900" cy="1234500"/>
          </a:xfrm>
        </p:grpSpPr>
        <p:sp>
          <p:nvSpPr>
            <p:cNvPr id="1775" name="Google Shape;1775;p34"/>
            <p:cNvSpPr/>
            <p:nvPr/>
          </p:nvSpPr>
          <p:spPr>
            <a:xfrm>
              <a:off x="502924" y="3363241"/>
              <a:ext cx="8337900" cy="1234500"/>
            </a:xfrm>
            <a:prstGeom prst="roundRect">
              <a:avLst>
                <a:gd fmla="val 16667" name="adj"/>
              </a:avLst>
            </a:prstGeom>
            <a:solidFill>
              <a:srgbClr val="E8F6EC"/>
            </a:solidFill>
            <a:ln cap="flat" cmpd="sng" w="10450">
              <a:solidFill>
                <a:srgbClr val="ADC4E8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1201" rotWithShape="0" dir="5400000" dist="23691">
                <a:srgbClr val="000000">
                  <a:alpha val="34900"/>
                </a:srgbClr>
              </a:outerShdw>
            </a:effectLst>
          </p:spPr>
          <p:txBody>
            <a:bodyPr anchorCtr="0" anchor="ctr" bIns="47075" lIns="94175" spcFirstLastPara="1" rIns="94175" wrap="square" tIns="4707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927"/>
                </a:spcAft>
                <a:buSzPts val="1133"/>
                <a:buNone/>
              </a:pPr>
              <a:r>
                <a:t/>
              </a:r>
              <a:endParaRPr sz="1133">
                <a:solidFill>
                  <a:srgbClr val="888888"/>
                </a:solidFill>
              </a:endParaRPr>
            </a:p>
          </p:txBody>
        </p:sp>
        <p:sp>
          <p:nvSpPr>
            <p:cNvPr id="1776" name="Google Shape;1776;p34"/>
            <p:cNvSpPr txBox="1"/>
            <p:nvPr/>
          </p:nvSpPr>
          <p:spPr>
            <a:xfrm>
              <a:off x="538250" y="3621150"/>
              <a:ext cx="2275500" cy="689700"/>
            </a:xfrm>
            <a:prstGeom prst="rect">
              <a:avLst/>
            </a:prstGeom>
            <a:solidFill>
              <a:srgbClr val="E8F6EC"/>
            </a:solidFill>
            <a:ln>
              <a:noFill/>
            </a:ln>
          </p:spPr>
          <p:txBody>
            <a:bodyPr anchorCtr="0" anchor="t" bIns="37675" lIns="37675" spcFirstLastPara="1" rIns="37675" wrap="square" tIns="37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60">
                  <a:solidFill>
                    <a:srgbClr val="C24033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New Growth Metrics</a:t>
              </a:r>
              <a:r>
                <a:rPr b="1" lang="en" sz="2060">
                  <a:solidFill>
                    <a:srgbClr val="C24033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 </a:t>
              </a:r>
              <a:endParaRPr sz="2060">
                <a:solidFill>
                  <a:srgbClr val="C24033"/>
                </a:solidFill>
              </a:endParaRPr>
            </a:p>
          </p:txBody>
        </p:sp>
        <p:sp>
          <p:nvSpPr>
            <p:cNvPr id="1777" name="Google Shape;1777;p34"/>
            <p:cNvSpPr txBox="1"/>
            <p:nvPr/>
          </p:nvSpPr>
          <p:spPr>
            <a:xfrm>
              <a:off x="2886038" y="3385916"/>
              <a:ext cx="2811900" cy="119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4175" lIns="94175" spcFirstLastPara="1" rIns="94175" wrap="square" tIns="9417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chemeClr val="dk1"/>
                  </a:solidFill>
                </a:rPr>
                <a:t>Revenue Intensity</a:t>
              </a:r>
              <a:r>
                <a:rPr b="1" lang="en" sz="1645">
                  <a:solidFill>
                    <a:srgbClr val="073763"/>
                  </a:solidFill>
                </a:rPr>
                <a:t> </a:t>
              </a:r>
              <a:endParaRPr b="1" sz="1645">
                <a:solidFill>
                  <a:srgbClr val="073763"/>
                </a:solidFill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927"/>
                </a:spcBef>
                <a:spcAft>
                  <a:spcPts val="0"/>
                </a:spcAft>
                <a:buNone/>
              </a:pPr>
              <a:r>
                <a:rPr b="1" lang="en" sz="1236">
                  <a:solidFill>
                    <a:srgbClr val="58606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Revenue per R$1M GDP</a:t>
              </a:r>
              <a:endParaRPr b="1" sz="1236">
                <a:solidFill>
                  <a:srgbClr val="58606E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58606E"/>
                  </a:solidFill>
                </a:rPr>
                <a:t>High</a:t>
              </a:r>
              <a:r>
                <a:rPr b="1" lang="en" sz="900">
                  <a:solidFill>
                    <a:srgbClr val="58606E"/>
                  </a:solidFill>
                </a:rPr>
                <a:t> </a:t>
              </a:r>
              <a:r>
                <a:rPr lang="en" sz="900">
                  <a:solidFill>
                    <a:srgbClr val="58606E"/>
                  </a:solidFill>
                </a:rPr>
                <a:t>revenue intensity means company generating revenue efficiently relative to size of economy</a:t>
              </a:r>
              <a:endParaRPr sz="900">
                <a:solidFill>
                  <a:srgbClr val="58606E"/>
                </a:solidFill>
              </a:endParaRPr>
            </a:p>
          </p:txBody>
        </p:sp>
      </p:grpSp>
      <p:sp>
        <p:nvSpPr>
          <p:cNvPr id="1778" name="Google Shape;1778;p34"/>
          <p:cNvSpPr txBox="1"/>
          <p:nvPr/>
        </p:nvSpPr>
        <p:spPr>
          <a:xfrm>
            <a:off x="3462713" y="2466663"/>
            <a:ext cx="20118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8606E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Max = 5</a:t>
            </a:r>
            <a:endParaRPr sz="1200"/>
          </a:p>
        </p:txBody>
      </p:sp>
      <p:sp>
        <p:nvSpPr>
          <p:cNvPr id="1779" name="Google Shape;1779;p34"/>
          <p:cNvSpPr txBox="1"/>
          <p:nvPr/>
        </p:nvSpPr>
        <p:spPr>
          <a:xfrm>
            <a:off x="5710175" y="3249817"/>
            <a:ext cx="2999700" cy="11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4175" lIns="94175" spcFirstLastPara="1" rIns="94175" wrap="square" tIns="9417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Market Gap</a:t>
            </a:r>
            <a:r>
              <a:rPr b="1" lang="en" sz="1645">
                <a:solidFill>
                  <a:srgbClr val="073763"/>
                </a:solidFill>
              </a:rPr>
              <a:t> </a:t>
            </a:r>
            <a:endParaRPr b="1" sz="1645">
              <a:solidFill>
                <a:srgbClr val="073763"/>
              </a:solidFill>
            </a:endParaRPr>
          </a:p>
          <a:p>
            <a:pPr indent="0" lvl="0" marL="0" rtl="0" algn="ctr">
              <a:spcBef>
                <a:spcPts val="92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GDP share% − Revenue share%</a:t>
            </a:r>
            <a:endParaRPr b="1" sz="1236">
              <a:solidFill>
                <a:srgbClr val="58606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8606E"/>
                </a:solidFill>
              </a:rPr>
              <a:t>This number should be close to zero. Revenue share% should ideally be equal to GDP share of the state.</a:t>
            </a:r>
            <a:endParaRPr sz="900">
              <a:solidFill>
                <a:srgbClr val="58606E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p35"/>
          <p:cNvSpPr/>
          <p:nvPr/>
        </p:nvSpPr>
        <p:spPr>
          <a:xfrm>
            <a:off x="35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5" name="Google Shape;1785;p35"/>
          <p:cNvSpPr/>
          <p:nvPr/>
        </p:nvSpPr>
        <p:spPr>
          <a:xfrm>
            <a:off x="35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6" name="Google Shape;1786;p35"/>
          <p:cNvSpPr/>
          <p:nvPr/>
        </p:nvSpPr>
        <p:spPr>
          <a:xfrm>
            <a:off x="35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7" name="Google Shape;1787;p35"/>
          <p:cNvSpPr/>
          <p:nvPr/>
        </p:nvSpPr>
        <p:spPr>
          <a:xfrm>
            <a:off x="35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8" name="Google Shape;1788;p35"/>
          <p:cNvSpPr/>
          <p:nvPr/>
        </p:nvSpPr>
        <p:spPr>
          <a:xfrm>
            <a:off x="35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9" name="Google Shape;1789;p35"/>
          <p:cNvSpPr/>
          <p:nvPr/>
        </p:nvSpPr>
        <p:spPr>
          <a:xfrm>
            <a:off x="57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0" name="Google Shape;1790;p35"/>
          <p:cNvSpPr/>
          <p:nvPr/>
        </p:nvSpPr>
        <p:spPr>
          <a:xfrm>
            <a:off x="57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1" name="Google Shape;1791;p35"/>
          <p:cNvSpPr/>
          <p:nvPr/>
        </p:nvSpPr>
        <p:spPr>
          <a:xfrm>
            <a:off x="57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2" name="Google Shape;1792;p35"/>
          <p:cNvSpPr/>
          <p:nvPr/>
        </p:nvSpPr>
        <p:spPr>
          <a:xfrm>
            <a:off x="57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3" name="Google Shape;1793;p35"/>
          <p:cNvSpPr/>
          <p:nvPr/>
        </p:nvSpPr>
        <p:spPr>
          <a:xfrm>
            <a:off x="57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4" name="Google Shape;1794;p35"/>
          <p:cNvSpPr/>
          <p:nvPr/>
        </p:nvSpPr>
        <p:spPr>
          <a:xfrm>
            <a:off x="79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5" name="Google Shape;1795;p35"/>
          <p:cNvSpPr/>
          <p:nvPr/>
        </p:nvSpPr>
        <p:spPr>
          <a:xfrm>
            <a:off x="79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6" name="Google Shape;1796;p35"/>
          <p:cNvSpPr/>
          <p:nvPr/>
        </p:nvSpPr>
        <p:spPr>
          <a:xfrm>
            <a:off x="79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7" name="Google Shape;1797;p35"/>
          <p:cNvSpPr/>
          <p:nvPr/>
        </p:nvSpPr>
        <p:spPr>
          <a:xfrm>
            <a:off x="79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8" name="Google Shape;1798;p35"/>
          <p:cNvSpPr/>
          <p:nvPr/>
        </p:nvSpPr>
        <p:spPr>
          <a:xfrm>
            <a:off x="79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9" name="Google Shape;1799;p35"/>
          <p:cNvSpPr/>
          <p:nvPr/>
        </p:nvSpPr>
        <p:spPr>
          <a:xfrm>
            <a:off x="101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0" name="Google Shape;1800;p35"/>
          <p:cNvSpPr/>
          <p:nvPr/>
        </p:nvSpPr>
        <p:spPr>
          <a:xfrm>
            <a:off x="101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1" name="Google Shape;1801;p35"/>
          <p:cNvSpPr/>
          <p:nvPr/>
        </p:nvSpPr>
        <p:spPr>
          <a:xfrm>
            <a:off x="101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2" name="Google Shape;1802;p35"/>
          <p:cNvSpPr/>
          <p:nvPr/>
        </p:nvSpPr>
        <p:spPr>
          <a:xfrm>
            <a:off x="101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3" name="Google Shape;1803;p35"/>
          <p:cNvSpPr/>
          <p:nvPr/>
        </p:nvSpPr>
        <p:spPr>
          <a:xfrm>
            <a:off x="101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4" name="Google Shape;1804;p35"/>
          <p:cNvSpPr/>
          <p:nvPr/>
        </p:nvSpPr>
        <p:spPr>
          <a:xfrm>
            <a:off x="123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5" name="Google Shape;1805;p35"/>
          <p:cNvSpPr/>
          <p:nvPr/>
        </p:nvSpPr>
        <p:spPr>
          <a:xfrm>
            <a:off x="123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6" name="Google Shape;1806;p35"/>
          <p:cNvSpPr/>
          <p:nvPr/>
        </p:nvSpPr>
        <p:spPr>
          <a:xfrm>
            <a:off x="123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7" name="Google Shape;1807;p35"/>
          <p:cNvSpPr/>
          <p:nvPr/>
        </p:nvSpPr>
        <p:spPr>
          <a:xfrm>
            <a:off x="123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8" name="Google Shape;1808;p35"/>
          <p:cNvSpPr/>
          <p:nvPr/>
        </p:nvSpPr>
        <p:spPr>
          <a:xfrm>
            <a:off x="123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9" name="Google Shape;1809;p35"/>
          <p:cNvSpPr/>
          <p:nvPr/>
        </p:nvSpPr>
        <p:spPr>
          <a:xfrm>
            <a:off x="145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0" name="Google Shape;1810;p35"/>
          <p:cNvSpPr/>
          <p:nvPr/>
        </p:nvSpPr>
        <p:spPr>
          <a:xfrm>
            <a:off x="145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1" name="Google Shape;1811;p35"/>
          <p:cNvSpPr/>
          <p:nvPr/>
        </p:nvSpPr>
        <p:spPr>
          <a:xfrm>
            <a:off x="145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2" name="Google Shape;1812;p35"/>
          <p:cNvSpPr/>
          <p:nvPr/>
        </p:nvSpPr>
        <p:spPr>
          <a:xfrm>
            <a:off x="145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3" name="Google Shape;1813;p35"/>
          <p:cNvSpPr/>
          <p:nvPr/>
        </p:nvSpPr>
        <p:spPr>
          <a:xfrm>
            <a:off x="145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4" name="Google Shape;1814;p35"/>
          <p:cNvSpPr/>
          <p:nvPr/>
        </p:nvSpPr>
        <p:spPr>
          <a:xfrm>
            <a:off x="167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5" name="Google Shape;1815;p35"/>
          <p:cNvSpPr/>
          <p:nvPr/>
        </p:nvSpPr>
        <p:spPr>
          <a:xfrm>
            <a:off x="167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6" name="Google Shape;1816;p35"/>
          <p:cNvSpPr/>
          <p:nvPr/>
        </p:nvSpPr>
        <p:spPr>
          <a:xfrm>
            <a:off x="167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7" name="Google Shape;1817;p35"/>
          <p:cNvSpPr/>
          <p:nvPr/>
        </p:nvSpPr>
        <p:spPr>
          <a:xfrm>
            <a:off x="167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8" name="Google Shape;1818;p35"/>
          <p:cNvSpPr/>
          <p:nvPr/>
        </p:nvSpPr>
        <p:spPr>
          <a:xfrm>
            <a:off x="167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9" name="Google Shape;1819;p35"/>
          <p:cNvSpPr/>
          <p:nvPr/>
        </p:nvSpPr>
        <p:spPr>
          <a:xfrm>
            <a:off x="189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0" name="Google Shape;1820;p35"/>
          <p:cNvSpPr/>
          <p:nvPr/>
        </p:nvSpPr>
        <p:spPr>
          <a:xfrm>
            <a:off x="189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1" name="Google Shape;1821;p35"/>
          <p:cNvSpPr/>
          <p:nvPr/>
        </p:nvSpPr>
        <p:spPr>
          <a:xfrm>
            <a:off x="189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2" name="Google Shape;1822;p35"/>
          <p:cNvSpPr/>
          <p:nvPr/>
        </p:nvSpPr>
        <p:spPr>
          <a:xfrm>
            <a:off x="189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3" name="Google Shape;1823;p35"/>
          <p:cNvSpPr/>
          <p:nvPr/>
        </p:nvSpPr>
        <p:spPr>
          <a:xfrm>
            <a:off x="189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4" name="Google Shape;1824;p35"/>
          <p:cNvSpPr/>
          <p:nvPr/>
        </p:nvSpPr>
        <p:spPr>
          <a:xfrm>
            <a:off x="211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5" name="Google Shape;1825;p35"/>
          <p:cNvSpPr/>
          <p:nvPr/>
        </p:nvSpPr>
        <p:spPr>
          <a:xfrm>
            <a:off x="211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6" name="Google Shape;1826;p35"/>
          <p:cNvSpPr/>
          <p:nvPr/>
        </p:nvSpPr>
        <p:spPr>
          <a:xfrm>
            <a:off x="211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7" name="Google Shape;1827;p35"/>
          <p:cNvSpPr/>
          <p:nvPr/>
        </p:nvSpPr>
        <p:spPr>
          <a:xfrm>
            <a:off x="211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8" name="Google Shape;1828;p35"/>
          <p:cNvSpPr/>
          <p:nvPr/>
        </p:nvSpPr>
        <p:spPr>
          <a:xfrm>
            <a:off x="211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9" name="Google Shape;1829;p35"/>
          <p:cNvSpPr/>
          <p:nvPr/>
        </p:nvSpPr>
        <p:spPr>
          <a:xfrm>
            <a:off x="233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0" name="Google Shape;1830;p35"/>
          <p:cNvSpPr/>
          <p:nvPr/>
        </p:nvSpPr>
        <p:spPr>
          <a:xfrm>
            <a:off x="233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1" name="Google Shape;1831;p35"/>
          <p:cNvSpPr/>
          <p:nvPr/>
        </p:nvSpPr>
        <p:spPr>
          <a:xfrm>
            <a:off x="233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2" name="Google Shape;1832;p35"/>
          <p:cNvSpPr/>
          <p:nvPr/>
        </p:nvSpPr>
        <p:spPr>
          <a:xfrm>
            <a:off x="233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3" name="Google Shape;1833;p35"/>
          <p:cNvSpPr/>
          <p:nvPr/>
        </p:nvSpPr>
        <p:spPr>
          <a:xfrm>
            <a:off x="233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4" name="Google Shape;1834;p35"/>
          <p:cNvSpPr/>
          <p:nvPr/>
        </p:nvSpPr>
        <p:spPr>
          <a:xfrm>
            <a:off x="255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5" name="Google Shape;1835;p35"/>
          <p:cNvSpPr/>
          <p:nvPr/>
        </p:nvSpPr>
        <p:spPr>
          <a:xfrm>
            <a:off x="255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6" name="Google Shape;1836;p35"/>
          <p:cNvSpPr/>
          <p:nvPr/>
        </p:nvSpPr>
        <p:spPr>
          <a:xfrm>
            <a:off x="255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7" name="Google Shape;1837;p35"/>
          <p:cNvSpPr/>
          <p:nvPr/>
        </p:nvSpPr>
        <p:spPr>
          <a:xfrm>
            <a:off x="255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8" name="Google Shape;1838;p35"/>
          <p:cNvSpPr/>
          <p:nvPr/>
        </p:nvSpPr>
        <p:spPr>
          <a:xfrm>
            <a:off x="255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9" name="Google Shape;1839;p35"/>
          <p:cNvSpPr/>
          <p:nvPr/>
        </p:nvSpPr>
        <p:spPr>
          <a:xfrm>
            <a:off x="277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0" name="Google Shape;1840;p35"/>
          <p:cNvSpPr/>
          <p:nvPr/>
        </p:nvSpPr>
        <p:spPr>
          <a:xfrm>
            <a:off x="277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1" name="Google Shape;1841;p35"/>
          <p:cNvSpPr/>
          <p:nvPr/>
        </p:nvSpPr>
        <p:spPr>
          <a:xfrm>
            <a:off x="277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2" name="Google Shape;1842;p35"/>
          <p:cNvSpPr/>
          <p:nvPr/>
        </p:nvSpPr>
        <p:spPr>
          <a:xfrm>
            <a:off x="277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3" name="Google Shape;1843;p35"/>
          <p:cNvSpPr/>
          <p:nvPr/>
        </p:nvSpPr>
        <p:spPr>
          <a:xfrm>
            <a:off x="277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4" name="Google Shape;1844;p35"/>
          <p:cNvSpPr/>
          <p:nvPr/>
        </p:nvSpPr>
        <p:spPr>
          <a:xfrm>
            <a:off x="299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5" name="Google Shape;1845;p35"/>
          <p:cNvSpPr/>
          <p:nvPr/>
        </p:nvSpPr>
        <p:spPr>
          <a:xfrm>
            <a:off x="299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6" name="Google Shape;1846;p35"/>
          <p:cNvSpPr/>
          <p:nvPr/>
        </p:nvSpPr>
        <p:spPr>
          <a:xfrm>
            <a:off x="299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7" name="Google Shape;1847;p35"/>
          <p:cNvSpPr/>
          <p:nvPr/>
        </p:nvSpPr>
        <p:spPr>
          <a:xfrm>
            <a:off x="299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8" name="Google Shape;1848;p35"/>
          <p:cNvSpPr/>
          <p:nvPr/>
        </p:nvSpPr>
        <p:spPr>
          <a:xfrm>
            <a:off x="299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9" name="Google Shape;1849;p35"/>
          <p:cNvSpPr/>
          <p:nvPr/>
        </p:nvSpPr>
        <p:spPr>
          <a:xfrm>
            <a:off x="321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0" name="Google Shape;1850;p35"/>
          <p:cNvSpPr/>
          <p:nvPr/>
        </p:nvSpPr>
        <p:spPr>
          <a:xfrm>
            <a:off x="321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1" name="Google Shape;1851;p35"/>
          <p:cNvSpPr/>
          <p:nvPr/>
        </p:nvSpPr>
        <p:spPr>
          <a:xfrm>
            <a:off x="321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2" name="Google Shape;1852;p35"/>
          <p:cNvSpPr/>
          <p:nvPr/>
        </p:nvSpPr>
        <p:spPr>
          <a:xfrm>
            <a:off x="321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3" name="Google Shape;1853;p35"/>
          <p:cNvSpPr/>
          <p:nvPr/>
        </p:nvSpPr>
        <p:spPr>
          <a:xfrm>
            <a:off x="321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4" name="Google Shape;1854;p35"/>
          <p:cNvSpPr/>
          <p:nvPr/>
        </p:nvSpPr>
        <p:spPr>
          <a:xfrm>
            <a:off x="343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5" name="Google Shape;1855;p35"/>
          <p:cNvSpPr/>
          <p:nvPr/>
        </p:nvSpPr>
        <p:spPr>
          <a:xfrm>
            <a:off x="343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6" name="Google Shape;1856;p35"/>
          <p:cNvSpPr/>
          <p:nvPr/>
        </p:nvSpPr>
        <p:spPr>
          <a:xfrm>
            <a:off x="343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7" name="Google Shape;1857;p35"/>
          <p:cNvSpPr/>
          <p:nvPr/>
        </p:nvSpPr>
        <p:spPr>
          <a:xfrm>
            <a:off x="343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8" name="Google Shape;1858;p35"/>
          <p:cNvSpPr/>
          <p:nvPr/>
        </p:nvSpPr>
        <p:spPr>
          <a:xfrm>
            <a:off x="343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9" name="Google Shape;1859;p35"/>
          <p:cNvSpPr/>
          <p:nvPr/>
        </p:nvSpPr>
        <p:spPr>
          <a:xfrm>
            <a:off x="365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0" name="Google Shape;1860;p35"/>
          <p:cNvSpPr/>
          <p:nvPr/>
        </p:nvSpPr>
        <p:spPr>
          <a:xfrm>
            <a:off x="365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1" name="Google Shape;1861;p35"/>
          <p:cNvSpPr/>
          <p:nvPr/>
        </p:nvSpPr>
        <p:spPr>
          <a:xfrm>
            <a:off x="365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2" name="Google Shape;1862;p35"/>
          <p:cNvSpPr/>
          <p:nvPr/>
        </p:nvSpPr>
        <p:spPr>
          <a:xfrm>
            <a:off x="365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3" name="Google Shape;1863;p35"/>
          <p:cNvSpPr/>
          <p:nvPr/>
        </p:nvSpPr>
        <p:spPr>
          <a:xfrm>
            <a:off x="365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4" name="Google Shape;1864;p35"/>
          <p:cNvSpPr/>
          <p:nvPr/>
        </p:nvSpPr>
        <p:spPr>
          <a:xfrm>
            <a:off x="387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5" name="Google Shape;1865;p35"/>
          <p:cNvSpPr/>
          <p:nvPr/>
        </p:nvSpPr>
        <p:spPr>
          <a:xfrm>
            <a:off x="387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6" name="Google Shape;1866;p35"/>
          <p:cNvSpPr/>
          <p:nvPr/>
        </p:nvSpPr>
        <p:spPr>
          <a:xfrm>
            <a:off x="387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7" name="Google Shape;1867;p35"/>
          <p:cNvSpPr/>
          <p:nvPr/>
        </p:nvSpPr>
        <p:spPr>
          <a:xfrm>
            <a:off x="387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8" name="Google Shape;1868;p35"/>
          <p:cNvSpPr/>
          <p:nvPr/>
        </p:nvSpPr>
        <p:spPr>
          <a:xfrm>
            <a:off x="387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9" name="Google Shape;1869;p35"/>
          <p:cNvSpPr/>
          <p:nvPr/>
        </p:nvSpPr>
        <p:spPr>
          <a:xfrm>
            <a:off x="409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0" name="Google Shape;1870;p35"/>
          <p:cNvSpPr/>
          <p:nvPr/>
        </p:nvSpPr>
        <p:spPr>
          <a:xfrm>
            <a:off x="409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1" name="Google Shape;1871;p35"/>
          <p:cNvSpPr/>
          <p:nvPr/>
        </p:nvSpPr>
        <p:spPr>
          <a:xfrm>
            <a:off x="409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2" name="Google Shape;1872;p35"/>
          <p:cNvSpPr/>
          <p:nvPr/>
        </p:nvSpPr>
        <p:spPr>
          <a:xfrm>
            <a:off x="409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3" name="Google Shape;1873;p35"/>
          <p:cNvSpPr/>
          <p:nvPr/>
        </p:nvSpPr>
        <p:spPr>
          <a:xfrm>
            <a:off x="409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4" name="Google Shape;1874;p35"/>
          <p:cNvSpPr/>
          <p:nvPr/>
        </p:nvSpPr>
        <p:spPr>
          <a:xfrm>
            <a:off x="431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5" name="Google Shape;1875;p35"/>
          <p:cNvSpPr/>
          <p:nvPr/>
        </p:nvSpPr>
        <p:spPr>
          <a:xfrm>
            <a:off x="431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6" name="Google Shape;1876;p35"/>
          <p:cNvSpPr/>
          <p:nvPr/>
        </p:nvSpPr>
        <p:spPr>
          <a:xfrm>
            <a:off x="431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7" name="Google Shape;1877;p35"/>
          <p:cNvSpPr/>
          <p:nvPr/>
        </p:nvSpPr>
        <p:spPr>
          <a:xfrm>
            <a:off x="431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8" name="Google Shape;1878;p35"/>
          <p:cNvSpPr/>
          <p:nvPr/>
        </p:nvSpPr>
        <p:spPr>
          <a:xfrm>
            <a:off x="431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9" name="Google Shape;1879;p35"/>
          <p:cNvSpPr/>
          <p:nvPr/>
        </p:nvSpPr>
        <p:spPr>
          <a:xfrm>
            <a:off x="453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0" name="Google Shape;1880;p35"/>
          <p:cNvSpPr/>
          <p:nvPr/>
        </p:nvSpPr>
        <p:spPr>
          <a:xfrm>
            <a:off x="453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1" name="Google Shape;1881;p35"/>
          <p:cNvSpPr/>
          <p:nvPr/>
        </p:nvSpPr>
        <p:spPr>
          <a:xfrm>
            <a:off x="453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2" name="Google Shape;1882;p35"/>
          <p:cNvSpPr/>
          <p:nvPr/>
        </p:nvSpPr>
        <p:spPr>
          <a:xfrm>
            <a:off x="453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3" name="Google Shape;1883;p35"/>
          <p:cNvSpPr/>
          <p:nvPr/>
        </p:nvSpPr>
        <p:spPr>
          <a:xfrm>
            <a:off x="453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4" name="Google Shape;1884;p35"/>
          <p:cNvSpPr/>
          <p:nvPr/>
        </p:nvSpPr>
        <p:spPr>
          <a:xfrm>
            <a:off x="475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5" name="Google Shape;1885;p35"/>
          <p:cNvSpPr/>
          <p:nvPr/>
        </p:nvSpPr>
        <p:spPr>
          <a:xfrm>
            <a:off x="475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6" name="Google Shape;1886;p35"/>
          <p:cNvSpPr/>
          <p:nvPr/>
        </p:nvSpPr>
        <p:spPr>
          <a:xfrm>
            <a:off x="475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7" name="Google Shape;1887;p35"/>
          <p:cNvSpPr/>
          <p:nvPr/>
        </p:nvSpPr>
        <p:spPr>
          <a:xfrm>
            <a:off x="475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8" name="Google Shape;1888;p35"/>
          <p:cNvSpPr/>
          <p:nvPr/>
        </p:nvSpPr>
        <p:spPr>
          <a:xfrm>
            <a:off x="475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9" name="Google Shape;1889;p35"/>
          <p:cNvSpPr/>
          <p:nvPr/>
        </p:nvSpPr>
        <p:spPr>
          <a:xfrm>
            <a:off x="497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0" name="Google Shape;1890;p35"/>
          <p:cNvSpPr/>
          <p:nvPr/>
        </p:nvSpPr>
        <p:spPr>
          <a:xfrm>
            <a:off x="497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1" name="Google Shape;1891;p35"/>
          <p:cNvSpPr/>
          <p:nvPr/>
        </p:nvSpPr>
        <p:spPr>
          <a:xfrm>
            <a:off x="497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2" name="Google Shape;1892;p35"/>
          <p:cNvSpPr/>
          <p:nvPr/>
        </p:nvSpPr>
        <p:spPr>
          <a:xfrm>
            <a:off x="497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3" name="Google Shape;1893;p35"/>
          <p:cNvSpPr/>
          <p:nvPr/>
        </p:nvSpPr>
        <p:spPr>
          <a:xfrm>
            <a:off x="497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4" name="Google Shape;1894;p35"/>
          <p:cNvSpPr/>
          <p:nvPr/>
        </p:nvSpPr>
        <p:spPr>
          <a:xfrm>
            <a:off x="519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5" name="Google Shape;1895;p35"/>
          <p:cNvSpPr/>
          <p:nvPr/>
        </p:nvSpPr>
        <p:spPr>
          <a:xfrm>
            <a:off x="519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6" name="Google Shape;1896;p35"/>
          <p:cNvSpPr/>
          <p:nvPr/>
        </p:nvSpPr>
        <p:spPr>
          <a:xfrm>
            <a:off x="519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7" name="Google Shape;1897;p35"/>
          <p:cNvSpPr/>
          <p:nvPr/>
        </p:nvSpPr>
        <p:spPr>
          <a:xfrm>
            <a:off x="519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8" name="Google Shape;1898;p35"/>
          <p:cNvSpPr/>
          <p:nvPr/>
        </p:nvSpPr>
        <p:spPr>
          <a:xfrm>
            <a:off x="519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9" name="Google Shape;1899;p35"/>
          <p:cNvSpPr/>
          <p:nvPr/>
        </p:nvSpPr>
        <p:spPr>
          <a:xfrm>
            <a:off x="541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0" name="Google Shape;1900;p35"/>
          <p:cNvSpPr/>
          <p:nvPr/>
        </p:nvSpPr>
        <p:spPr>
          <a:xfrm>
            <a:off x="541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1" name="Google Shape;1901;p35"/>
          <p:cNvSpPr/>
          <p:nvPr/>
        </p:nvSpPr>
        <p:spPr>
          <a:xfrm>
            <a:off x="541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2" name="Google Shape;1902;p35"/>
          <p:cNvSpPr/>
          <p:nvPr/>
        </p:nvSpPr>
        <p:spPr>
          <a:xfrm>
            <a:off x="541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3" name="Google Shape;1903;p35"/>
          <p:cNvSpPr/>
          <p:nvPr/>
        </p:nvSpPr>
        <p:spPr>
          <a:xfrm>
            <a:off x="541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4" name="Google Shape;1904;p35"/>
          <p:cNvSpPr/>
          <p:nvPr/>
        </p:nvSpPr>
        <p:spPr>
          <a:xfrm>
            <a:off x="563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5" name="Google Shape;1905;p35"/>
          <p:cNvSpPr/>
          <p:nvPr/>
        </p:nvSpPr>
        <p:spPr>
          <a:xfrm>
            <a:off x="563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6" name="Google Shape;1906;p35"/>
          <p:cNvSpPr/>
          <p:nvPr/>
        </p:nvSpPr>
        <p:spPr>
          <a:xfrm>
            <a:off x="563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7" name="Google Shape;1907;p35"/>
          <p:cNvSpPr/>
          <p:nvPr/>
        </p:nvSpPr>
        <p:spPr>
          <a:xfrm>
            <a:off x="563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8" name="Google Shape;1908;p35"/>
          <p:cNvSpPr/>
          <p:nvPr/>
        </p:nvSpPr>
        <p:spPr>
          <a:xfrm>
            <a:off x="563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9" name="Google Shape;1909;p35"/>
          <p:cNvSpPr/>
          <p:nvPr/>
        </p:nvSpPr>
        <p:spPr>
          <a:xfrm>
            <a:off x="585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0" name="Google Shape;1910;p35"/>
          <p:cNvSpPr/>
          <p:nvPr/>
        </p:nvSpPr>
        <p:spPr>
          <a:xfrm>
            <a:off x="585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1" name="Google Shape;1911;p35"/>
          <p:cNvSpPr/>
          <p:nvPr/>
        </p:nvSpPr>
        <p:spPr>
          <a:xfrm>
            <a:off x="585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2" name="Google Shape;1912;p35"/>
          <p:cNvSpPr/>
          <p:nvPr/>
        </p:nvSpPr>
        <p:spPr>
          <a:xfrm>
            <a:off x="585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3" name="Google Shape;1913;p35"/>
          <p:cNvSpPr/>
          <p:nvPr/>
        </p:nvSpPr>
        <p:spPr>
          <a:xfrm>
            <a:off x="585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4" name="Google Shape;1914;p35"/>
          <p:cNvSpPr/>
          <p:nvPr/>
        </p:nvSpPr>
        <p:spPr>
          <a:xfrm>
            <a:off x="585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5" name="Google Shape;1915;p35"/>
          <p:cNvSpPr/>
          <p:nvPr/>
        </p:nvSpPr>
        <p:spPr>
          <a:xfrm>
            <a:off x="585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6" name="Google Shape;1916;p35"/>
          <p:cNvSpPr/>
          <p:nvPr/>
        </p:nvSpPr>
        <p:spPr>
          <a:xfrm>
            <a:off x="585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7" name="Google Shape;1917;p35"/>
          <p:cNvSpPr/>
          <p:nvPr/>
        </p:nvSpPr>
        <p:spPr>
          <a:xfrm>
            <a:off x="585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8" name="Google Shape;1918;p35"/>
          <p:cNvSpPr/>
          <p:nvPr/>
        </p:nvSpPr>
        <p:spPr>
          <a:xfrm>
            <a:off x="585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9" name="Google Shape;1919;p35"/>
          <p:cNvSpPr/>
          <p:nvPr/>
        </p:nvSpPr>
        <p:spPr>
          <a:xfrm>
            <a:off x="585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0" name="Google Shape;1920;p35"/>
          <p:cNvSpPr/>
          <p:nvPr/>
        </p:nvSpPr>
        <p:spPr>
          <a:xfrm>
            <a:off x="585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1" name="Google Shape;1921;p35"/>
          <p:cNvSpPr/>
          <p:nvPr/>
        </p:nvSpPr>
        <p:spPr>
          <a:xfrm>
            <a:off x="585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2" name="Google Shape;1922;p35"/>
          <p:cNvSpPr/>
          <p:nvPr/>
        </p:nvSpPr>
        <p:spPr>
          <a:xfrm>
            <a:off x="585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3" name="Google Shape;1923;p35"/>
          <p:cNvSpPr/>
          <p:nvPr/>
        </p:nvSpPr>
        <p:spPr>
          <a:xfrm>
            <a:off x="585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4" name="Google Shape;1924;p35"/>
          <p:cNvSpPr/>
          <p:nvPr/>
        </p:nvSpPr>
        <p:spPr>
          <a:xfrm>
            <a:off x="585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5" name="Google Shape;1925;p35"/>
          <p:cNvSpPr/>
          <p:nvPr/>
        </p:nvSpPr>
        <p:spPr>
          <a:xfrm>
            <a:off x="585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6" name="Google Shape;1926;p35"/>
          <p:cNvSpPr/>
          <p:nvPr/>
        </p:nvSpPr>
        <p:spPr>
          <a:xfrm>
            <a:off x="585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7" name="Google Shape;1927;p35"/>
          <p:cNvSpPr/>
          <p:nvPr/>
        </p:nvSpPr>
        <p:spPr>
          <a:xfrm>
            <a:off x="585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8" name="Google Shape;1928;p35"/>
          <p:cNvSpPr/>
          <p:nvPr/>
        </p:nvSpPr>
        <p:spPr>
          <a:xfrm>
            <a:off x="585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9" name="Google Shape;1929;p35"/>
          <p:cNvSpPr/>
          <p:nvPr/>
        </p:nvSpPr>
        <p:spPr>
          <a:xfrm>
            <a:off x="585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0" name="Google Shape;1930;p35"/>
          <p:cNvSpPr/>
          <p:nvPr/>
        </p:nvSpPr>
        <p:spPr>
          <a:xfrm>
            <a:off x="607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1" name="Google Shape;1931;p35"/>
          <p:cNvSpPr/>
          <p:nvPr/>
        </p:nvSpPr>
        <p:spPr>
          <a:xfrm>
            <a:off x="607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2" name="Google Shape;1932;p35"/>
          <p:cNvSpPr/>
          <p:nvPr/>
        </p:nvSpPr>
        <p:spPr>
          <a:xfrm>
            <a:off x="607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3" name="Google Shape;1933;p35"/>
          <p:cNvSpPr/>
          <p:nvPr/>
        </p:nvSpPr>
        <p:spPr>
          <a:xfrm>
            <a:off x="607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4" name="Google Shape;1934;p35"/>
          <p:cNvSpPr/>
          <p:nvPr/>
        </p:nvSpPr>
        <p:spPr>
          <a:xfrm>
            <a:off x="607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5" name="Google Shape;1935;p35"/>
          <p:cNvSpPr/>
          <p:nvPr/>
        </p:nvSpPr>
        <p:spPr>
          <a:xfrm>
            <a:off x="607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6" name="Google Shape;1936;p35"/>
          <p:cNvSpPr/>
          <p:nvPr/>
        </p:nvSpPr>
        <p:spPr>
          <a:xfrm>
            <a:off x="607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7" name="Google Shape;1937;p35"/>
          <p:cNvSpPr/>
          <p:nvPr/>
        </p:nvSpPr>
        <p:spPr>
          <a:xfrm>
            <a:off x="607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8" name="Google Shape;1938;p35"/>
          <p:cNvSpPr/>
          <p:nvPr/>
        </p:nvSpPr>
        <p:spPr>
          <a:xfrm>
            <a:off x="607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9" name="Google Shape;1939;p35"/>
          <p:cNvSpPr/>
          <p:nvPr/>
        </p:nvSpPr>
        <p:spPr>
          <a:xfrm>
            <a:off x="607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0" name="Google Shape;1940;p35"/>
          <p:cNvSpPr/>
          <p:nvPr/>
        </p:nvSpPr>
        <p:spPr>
          <a:xfrm>
            <a:off x="607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1" name="Google Shape;1941;p35"/>
          <p:cNvSpPr/>
          <p:nvPr/>
        </p:nvSpPr>
        <p:spPr>
          <a:xfrm>
            <a:off x="607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2" name="Google Shape;1942;p35"/>
          <p:cNvSpPr/>
          <p:nvPr/>
        </p:nvSpPr>
        <p:spPr>
          <a:xfrm>
            <a:off x="607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3" name="Google Shape;1943;p35"/>
          <p:cNvSpPr/>
          <p:nvPr/>
        </p:nvSpPr>
        <p:spPr>
          <a:xfrm>
            <a:off x="607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4" name="Google Shape;1944;p35"/>
          <p:cNvSpPr/>
          <p:nvPr/>
        </p:nvSpPr>
        <p:spPr>
          <a:xfrm>
            <a:off x="607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5" name="Google Shape;1945;p35"/>
          <p:cNvSpPr/>
          <p:nvPr/>
        </p:nvSpPr>
        <p:spPr>
          <a:xfrm>
            <a:off x="607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6" name="Google Shape;1946;p35"/>
          <p:cNvSpPr/>
          <p:nvPr/>
        </p:nvSpPr>
        <p:spPr>
          <a:xfrm>
            <a:off x="607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7" name="Google Shape;1947;p35"/>
          <p:cNvSpPr/>
          <p:nvPr/>
        </p:nvSpPr>
        <p:spPr>
          <a:xfrm>
            <a:off x="607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8" name="Google Shape;1948;p35"/>
          <p:cNvSpPr/>
          <p:nvPr/>
        </p:nvSpPr>
        <p:spPr>
          <a:xfrm>
            <a:off x="607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9" name="Google Shape;1949;p35"/>
          <p:cNvSpPr/>
          <p:nvPr/>
        </p:nvSpPr>
        <p:spPr>
          <a:xfrm>
            <a:off x="607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0" name="Google Shape;1950;p35"/>
          <p:cNvSpPr/>
          <p:nvPr/>
        </p:nvSpPr>
        <p:spPr>
          <a:xfrm>
            <a:off x="607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1" name="Google Shape;1951;p35"/>
          <p:cNvSpPr/>
          <p:nvPr/>
        </p:nvSpPr>
        <p:spPr>
          <a:xfrm>
            <a:off x="629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2" name="Google Shape;1952;p35"/>
          <p:cNvSpPr/>
          <p:nvPr/>
        </p:nvSpPr>
        <p:spPr>
          <a:xfrm>
            <a:off x="629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3" name="Google Shape;1953;p35"/>
          <p:cNvSpPr/>
          <p:nvPr/>
        </p:nvSpPr>
        <p:spPr>
          <a:xfrm>
            <a:off x="629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4" name="Google Shape;1954;p35"/>
          <p:cNvSpPr/>
          <p:nvPr/>
        </p:nvSpPr>
        <p:spPr>
          <a:xfrm>
            <a:off x="629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5" name="Google Shape;1955;p35"/>
          <p:cNvSpPr/>
          <p:nvPr/>
        </p:nvSpPr>
        <p:spPr>
          <a:xfrm>
            <a:off x="629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6" name="Google Shape;1956;p35"/>
          <p:cNvSpPr/>
          <p:nvPr/>
        </p:nvSpPr>
        <p:spPr>
          <a:xfrm>
            <a:off x="6290000" y="13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7" name="Google Shape;1957;p35"/>
          <p:cNvSpPr/>
          <p:nvPr/>
        </p:nvSpPr>
        <p:spPr>
          <a:xfrm>
            <a:off x="6290000" y="15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8" name="Google Shape;1958;p35"/>
          <p:cNvSpPr/>
          <p:nvPr/>
        </p:nvSpPr>
        <p:spPr>
          <a:xfrm>
            <a:off x="6290000" y="17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9" name="Google Shape;1959;p35"/>
          <p:cNvSpPr/>
          <p:nvPr/>
        </p:nvSpPr>
        <p:spPr>
          <a:xfrm>
            <a:off x="6290000" y="19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0" name="Google Shape;1960;p35"/>
          <p:cNvSpPr/>
          <p:nvPr/>
        </p:nvSpPr>
        <p:spPr>
          <a:xfrm>
            <a:off x="6290000" y="22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1" name="Google Shape;1961;p35"/>
          <p:cNvSpPr/>
          <p:nvPr/>
        </p:nvSpPr>
        <p:spPr>
          <a:xfrm>
            <a:off x="6290000" y="24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2" name="Google Shape;1962;p35"/>
          <p:cNvSpPr/>
          <p:nvPr/>
        </p:nvSpPr>
        <p:spPr>
          <a:xfrm>
            <a:off x="6290000" y="26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3" name="Google Shape;1963;p35"/>
          <p:cNvSpPr/>
          <p:nvPr/>
        </p:nvSpPr>
        <p:spPr>
          <a:xfrm>
            <a:off x="6290000" y="28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4" name="Google Shape;1964;p35"/>
          <p:cNvSpPr/>
          <p:nvPr/>
        </p:nvSpPr>
        <p:spPr>
          <a:xfrm>
            <a:off x="6290000" y="30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5" name="Google Shape;1965;p35"/>
          <p:cNvSpPr/>
          <p:nvPr/>
        </p:nvSpPr>
        <p:spPr>
          <a:xfrm>
            <a:off x="6290000" y="33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6" name="Google Shape;1966;p35"/>
          <p:cNvSpPr/>
          <p:nvPr/>
        </p:nvSpPr>
        <p:spPr>
          <a:xfrm>
            <a:off x="6290000" y="35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7" name="Google Shape;1967;p35"/>
          <p:cNvSpPr/>
          <p:nvPr/>
        </p:nvSpPr>
        <p:spPr>
          <a:xfrm>
            <a:off x="6290000" y="37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8" name="Google Shape;1968;p35"/>
          <p:cNvSpPr/>
          <p:nvPr/>
        </p:nvSpPr>
        <p:spPr>
          <a:xfrm>
            <a:off x="6290000" y="39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9" name="Google Shape;1969;p35"/>
          <p:cNvSpPr/>
          <p:nvPr/>
        </p:nvSpPr>
        <p:spPr>
          <a:xfrm>
            <a:off x="6290000" y="41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0" name="Google Shape;1970;p35"/>
          <p:cNvSpPr/>
          <p:nvPr/>
        </p:nvSpPr>
        <p:spPr>
          <a:xfrm>
            <a:off x="6290000" y="44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1" name="Google Shape;1971;p35"/>
          <p:cNvSpPr/>
          <p:nvPr/>
        </p:nvSpPr>
        <p:spPr>
          <a:xfrm>
            <a:off x="6290000" y="46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2" name="Google Shape;1972;p35"/>
          <p:cNvSpPr/>
          <p:nvPr/>
        </p:nvSpPr>
        <p:spPr>
          <a:xfrm>
            <a:off x="651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3" name="Google Shape;1973;p35"/>
          <p:cNvSpPr/>
          <p:nvPr/>
        </p:nvSpPr>
        <p:spPr>
          <a:xfrm>
            <a:off x="651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4" name="Google Shape;1974;p35"/>
          <p:cNvSpPr/>
          <p:nvPr/>
        </p:nvSpPr>
        <p:spPr>
          <a:xfrm>
            <a:off x="651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5" name="Google Shape;1975;p35"/>
          <p:cNvSpPr/>
          <p:nvPr/>
        </p:nvSpPr>
        <p:spPr>
          <a:xfrm>
            <a:off x="651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6" name="Google Shape;1976;p35"/>
          <p:cNvSpPr/>
          <p:nvPr/>
        </p:nvSpPr>
        <p:spPr>
          <a:xfrm>
            <a:off x="651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7" name="Google Shape;1977;p35"/>
          <p:cNvSpPr/>
          <p:nvPr/>
        </p:nvSpPr>
        <p:spPr>
          <a:xfrm>
            <a:off x="673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8" name="Google Shape;1978;p35"/>
          <p:cNvSpPr/>
          <p:nvPr/>
        </p:nvSpPr>
        <p:spPr>
          <a:xfrm>
            <a:off x="673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9" name="Google Shape;1979;p35"/>
          <p:cNvSpPr/>
          <p:nvPr/>
        </p:nvSpPr>
        <p:spPr>
          <a:xfrm>
            <a:off x="673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0" name="Google Shape;1980;p35"/>
          <p:cNvSpPr/>
          <p:nvPr/>
        </p:nvSpPr>
        <p:spPr>
          <a:xfrm>
            <a:off x="673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1" name="Google Shape;1981;p35"/>
          <p:cNvSpPr/>
          <p:nvPr/>
        </p:nvSpPr>
        <p:spPr>
          <a:xfrm>
            <a:off x="673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2" name="Google Shape;1982;p35"/>
          <p:cNvSpPr/>
          <p:nvPr/>
        </p:nvSpPr>
        <p:spPr>
          <a:xfrm>
            <a:off x="695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3" name="Google Shape;1983;p35"/>
          <p:cNvSpPr/>
          <p:nvPr/>
        </p:nvSpPr>
        <p:spPr>
          <a:xfrm>
            <a:off x="695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4" name="Google Shape;1984;p35"/>
          <p:cNvSpPr/>
          <p:nvPr/>
        </p:nvSpPr>
        <p:spPr>
          <a:xfrm>
            <a:off x="695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5" name="Google Shape;1985;p35"/>
          <p:cNvSpPr/>
          <p:nvPr/>
        </p:nvSpPr>
        <p:spPr>
          <a:xfrm>
            <a:off x="695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6" name="Google Shape;1986;p35"/>
          <p:cNvSpPr/>
          <p:nvPr/>
        </p:nvSpPr>
        <p:spPr>
          <a:xfrm>
            <a:off x="695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7" name="Google Shape;1987;p35"/>
          <p:cNvSpPr/>
          <p:nvPr/>
        </p:nvSpPr>
        <p:spPr>
          <a:xfrm>
            <a:off x="717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8" name="Google Shape;1988;p35"/>
          <p:cNvSpPr/>
          <p:nvPr/>
        </p:nvSpPr>
        <p:spPr>
          <a:xfrm>
            <a:off x="717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9" name="Google Shape;1989;p35"/>
          <p:cNvSpPr/>
          <p:nvPr/>
        </p:nvSpPr>
        <p:spPr>
          <a:xfrm>
            <a:off x="717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0" name="Google Shape;1990;p35"/>
          <p:cNvSpPr/>
          <p:nvPr/>
        </p:nvSpPr>
        <p:spPr>
          <a:xfrm>
            <a:off x="717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1" name="Google Shape;1991;p35"/>
          <p:cNvSpPr/>
          <p:nvPr/>
        </p:nvSpPr>
        <p:spPr>
          <a:xfrm>
            <a:off x="717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2" name="Google Shape;1992;p35"/>
          <p:cNvSpPr/>
          <p:nvPr/>
        </p:nvSpPr>
        <p:spPr>
          <a:xfrm>
            <a:off x="739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3" name="Google Shape;1993;p35"/>
          <p:cNvSpPr/>
          <p:nvPr/>
        </p:nvSpPr>
        <p:spPr>
          <a:xfrm>
            <a:off x="739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4" name="Google Shape;1994;p35"/>
          <p:cNvSpPr/>
          <p:nvPr/>
        </p:nvSpPr>
        <p:spPr>
          <a:xfrm>
            <a:off x="739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5" name="Google Shape;1995;p35"/>
          <p:cNvSpPr/>
          <p:nvPr/>
        </p:nvSpPr>
        <p:spPr>
          <a:xfrm>
            <a:off x="739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6" name="Google Shape;1996;p35"/>
          <p:cNvSpPr/>
          <p:nvPr/>
        </p:nvSpPr>
        <p:spPr>
          <a:xfrm>
            <a:off x="739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7" name="Google Shape;1997;p35"/>
          <p:cNvSpPr/>
          <p:nvPr/>
        </p:nvSpPr>
        <p:spPr>
          <a:xfrm>
            <a:off x="761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8" name="Google Shape;1998;p35"/>
          <p:cNvSpPr/>
          <p:nvPr/>
        </p:nvSpPr>
        <p:spPr>
          <a:xfrm>
            <a:off x="761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9" name="Google Shape;1999;p35"/>
          <p:cNvSpPr/>
          <p:nvPr/>
        </p:nvSpPr>
        <p:spPr>
          <a:xfrm>
            <a:off x="761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0" name="Google Shape;2000;p35"/>
          <p:cNvSpPr/>
          <p:nvPr/>
        </p:nvSpPr>
        <p:spPr>
          <a:xfrm>
            <a:off x="761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1" name="Google Shape;2001;p35"/>
          <p:cNvSpPr/>
          <p:nvPr/>
        </p:nvSpPr>
        <p:spPr>
          <a:xfrm>
            <a:off x="761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2" name="Google Shape;2002;p35"/>
          <p:cNvSpPr/>
          <p:nvPr/>
        </p:nvSpPr>
        <p:spPr>
          <a:xfrm>
            <a:off x="783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3" name="Google Shape;2003;p35"/>
          <p:cNvSpPr/>
          <p:nvPr/>
        </p:nvSpPr>
        <p:spPr>
          <a:xfrm>
            <a:off x="783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4" name="Google Shape;2004;p35"/>
          <p:cNvSpPr/>
          <p:nvPr/>
        </p:nvSpPr>
        <p:spPr>
          <a:xfrm>
            <a:off x="783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5" name="Google Shape;2005;p35"/>
          <p:cNvSpPr/>
          <p:nvPr/>
        </p:nvSpPr>
        <p:spPr>
          <a:xfrm>
            <a:off x="783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6" name="Google Shape;2006;p35"/>
          <p:cNvSpPr/>
          <p:nvPr/>
        </p:nvSpPr>
        <p:spPr>
          <a:xfrm>
            <a:off x="783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7" name="Google Shape;2007;p35"/>
          <p:cNvSpPr/>
          <p:nvPr/>
        </p:nvSpPr>
        <p:spPr>
          <a:xfrm>
            <a:off x="805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8" name="Google Shape;2008;p35"/>
          <p:cNvSpPr/>
          <p:nvPr/>
        </p:nvSpPr>
        <p:spPr>
          <a:xfrm>
            <a:off x="805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9" name="Google Shape;2009;p35"/>
          <p:cNvSpPr/>
          <p:nvPr/>
        </p:nvSpPr>
        <p:spPr>
          <a:xfrm>
            <a:off x="805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0" name="Google Shape;2010;p35"/>
          <p:cNvSpPr/>
          <p:nvPr/>
        </p:nvSpPr>
        <p:spPr>
          <a:xfrm>
            <a:off x="805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1" name="Google Shape;2011;p35"/>
          <p:cNvSpPr/>
          <p:nvPr/>
        </p:nvSpPr>
        <p:spPr>
          <a:xfrm>
            <a:off x="805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2" name="Google Shape;2012;p35"/>
          <p:cNvSpPr/>
          <p:nvPr/>
        </p:nvSpPr>
        <p:spPr>
          <a:xfrm>
            <a:off x="827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3" name="Google Shape;2013;p35"/>
          <p:cNvSpPr/>
          <p:nvPr/>
        </p:nvSpPr>
        <p:spPr>
          <a:xfrm>
            <a:off x="827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4" name="Google Shape;2014;p35"/>
          <p:cNvSpPr/>
          <p:nvPr/>
        </p:nvSpPr>
        <p:spPr>
          <a:xfrm>
            <a:off x="827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5" name="Google Shape;2015;p35"/>
          <p:cNvSpPr/>
          <p:nvPr/>
        </p:nvSpPr>
        <p:spPr>
          <a:xfrm>
            <a:off x="827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6" name="Google Shape;2016;p35"/>
          <p:cNvSpPr/>
          <p:nvPr/>
        </p:nvSpPr>
        <p:spPr>
          <a:xfrm>
            <a:off x="827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7" name="Google Shape;2017;p35"/>
          <p:cNvSpPr/>
          <p:nvPr/>
        </p:nvSpPr>
        <p:spPr>
          <a:xfrm>
            <a:off x="849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8" name="Google Shape;2018;p35"/>
          <p:cNvSpPr/>
          <p:nvPr/>
        </p:nvSpPr>
        <p:spPr>
          <a:xfrm>
            <a:off x="849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9" name="Google Shape;2019;p35"/>
          <p:cNvSpPr/>
          <p:nvPr/>
        </p:nvSpPr>
        <p:spPr>
          <a:xfrm>
            <a:off x="849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0" name="Google Shape;2020;p35"/>
          <p:cNvSpPr/>
          <p:nvPr/>
        </p:nvSpPr>
        <p:spPr>
          <a:xfrm>
            <a:off x="849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1" name="Google Shape;2021;p35"/>
          <p:cNvSpPr/>
          <p:nvPr/>
        </p:nvSpPr>
        <p:spPr>
          <a:xfrm>
            <a:off x="849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2" name="Google Shape;2022;p35"/>
          <p:cNvSpPr/>
          <p:nvPr/>
        </p:nvSpPr>
        <p:spPr>
          <a:xfrm>
            <a:off x="871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3" name="Google Shape;2023;p35"/>
          <p:cNvSpPr/>
          <p:nvPr/>
        </p:nvSpPr>
        <p:spPr>
          <a:xfrm>
            <a:off x="871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4" name="Google Shape;2024;p35"/>
          <p:cNvSpPr/>
          <p:nvPr/>
        </p:nvSpPr>
        <p:spPr>
          <a:xfrm>
            <a:off x="871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5" name="Google Shape;2025;p35"/>
          <p:cNvSpPr/>
          <p:nvPr/>
        </p:nvSpPr>
        <p:spPr>
          <a:xfrm>
            <a:off x="871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6" name="Google Shape;2026;p35"/>
          <p:cNvSpPr/>
          <p:nvPr/>
        </p:nvSpPr>
        <p:spPr>
          <a:xfrm>
            <a:off x="871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7" name="Google Shape;2027;p35"/>
          <p:cNvSpPr/>
          <p:nvPr/>
        </p:nvSpPr>
        <p:spPr>
          <a:xfrm>
            <a:off x="8930000" y="22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8" name="Google Shape;2028;p35"/>
          <p:cNvSpPr/>
          <p:nvPr/>
        </p:nvSpPr>
        <p:spPr>
          <a:xfrm>
            <a:off x="8930000" y="44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9" name="Google Shape;2029;p35"/>
          <p:cNvSpPr/>
          <p:nvPr/>
        </p:nvSpPr>
        <p:spPr>
          <a:xfrm>
            <a:off x="8930000" y="66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0" name="Google Shape;2030;p35"/>
          <p:cNvSpPr/>
          <p:nvPr/>
        </p:nvSpPr>
        <p:spPr>
          <a:xfrm>
            <a:off x="8930000" y="88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1" name="Google Shape;2031;p35"/>
          <p:cNvSpPr/>
          <p:nvPr/>
        </p:nvSpPr>
        <p:spPr>
          <a:xfrm>
            <a:off x="8930000" y="1100000"/>
            <a:ext cx="12000" cy="12000"/>
          </a:xfrm>
          <a:prstGeom prst="ellipse">
            <a:avLst/>
          </a:prstGeom>
          <a:solidFill>
            <a:srgbClr val="E4E8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2" name="Google Shape;2032;p35"/>
          <p:cNvSpPr/>
          <p:nvPr/>
        </p:nvSpPr>
        <p:spPr>
          <a:xfrm>
            <a:off x="329184" y="502920"/>
            <a:ext cx="36576" cy="347472"/>
          </a:xfrm>
          <a:prstGeom prst="rect">
            <a:avLst/>
          </a:prstGeom>
          <a:solidFill>
            <a:srgbClr val="2F6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3" name="Google Shape;2033;p35"/>
          <p:cNvSpPr txBox="1"/>
          <p:nvPr/>
        </p:nvSpPr>
        <p:spPr>
          <a:xfrm>
            <a:off x="438912" y="429768"/>
            <a:ext cx="11064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171B23"/>
                </a:solidFill>
                <a:latin typeface="Inter"/>
                <a:ea typeface="Inter"/>
                <a:cs typeface="Inter"/>
                <a:sym typeface="Inter"/>
              </a:rPr>
              <a:t>Revenue Insights</a:t>
            </a:r>
            <a:endParaRPr/>
          </a:p>
        </p:txBody>
      </p:sp>
      <p:sp>
        <p:nvSpPr>
          <p:cNvPr id="2034" name="Google Shape;2034;p35"/>
          <p:cNvSpPr txBox="1"/>
          <p:nvPr/>
        </p:nvSpPr>
        <p:spPr>
          <a:xfrm>
            <a:off x="438912" y="822960"/>
            <a:ext cx="109728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58606E"/>
                </a:solidFill>
                <a:latin typeface="Inter"/>
                <a:ea typeface="Inter"/>
                <a:cs typeface="Inter"/>
                <a:sym typeface="Inter"/>
              </a:rPr>
              <a:t>Top product categories and reven</a:t>
            </a:r>
            <a:r>
              <a:rPr lang="en" sz="1200">
                <a:solidFill>
                  <a:srgbClr val="58606E"/>
                </a:solidFill>
                <a:latin typeface="Inter"/>
                <a:ea typeface="Inter"/>
                <a:cs typeface="Inter"/>
                <a:sym typeface="Inter"/>
              </a:rPr>
              <a:t>ues by state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035" name="Google Shape;2035;p35"/>
          <p:cNvGrpSpPr/>
          <p:nvPr/>
        </p:nvGrpSpPr>
        <p:grpSpPr>
          <a:xfrm>
            <a:off x="297739" y="1183483"/>
            <a:ext cx="4188666" cy="3321867"/>
            <a:chOff x="134850" y="1100000"/>
            <a:chExt cx="5026600" cy="3986400"/>
          </a:xfrm>
        </p:grpSpPr>
        <p:sp>
          <p:nvSpPr>
            <p:cNvPr id="2036" name="Google Shape;2036;p35"/>
            <p:cNvSpPr/>
            <p:nvPr/>
          </p:nvSpPr>
          <p:spPr>
            <a:xfrm>
              <a:off x="223750" y="1100000"/>
              <a:ext cx="4937700" cy="3986400"/>
            </a:xfrm>
            <a:prstGeom prst="roundRect">
              <a:avLst>
                <a:gd fmla="val 10414" name="adj"/>
              </a:avLst>
            </a:prstGeom>
            <a:solidFill>
              <a:srgbClr val="FFFFFF"/>
            </a:solidFill>
            <a:ln cap="flat" cmpd="sng" w="7525">
              <a:solidFill>
                <a:srgbClr val="D2D7D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9551" rotWithShape="0" dir="5400000" dist="16992">
                <a:srgbClr val="000000">
                  <a:alpha val="34901"/>
                </a:srgbClr>
              </a:outerShdw>
            </a:effectLst>
          </p:spPr>
          <p:txBody>
            <a:bodyPr anchorCtr="0" anchor="ctr" bIns="33775" lIns="67550" spcFirstLastPara="1" rIns="67550" wrap="square" tIns="3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833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037" name="Google Shape;2037;p35"/>
            <p:cNvGrpSpPr/>
            <p:nvPr/>
          </p:nvGrpSpPr>
          <p:grpSpPr>
            <a:xfrm>
              <a:off x="134850" y="1290769"/>
              <a:ext cx="4872811" cy="3604864"/>
              <a:chOff x="134850" y="1238043"/>
              <a:chExt cx="4872811" cy="3604864"/>
            </a:xfrm>
          </p:grpSpPr>
          <p:sp>
            <p:nvSpPr>
              <p:cNvPr id="2038" name="Google Shape;2038;p35"/>
              <p:cNvSpPr/>
              <p:nvPr/>
            </p:nvSpPr>
            <p:spPr>
              <a:xfrm>
                <a:off x="134850" y="1305275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333" rotWithShape="0" dir="5400000" dist="19167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8075" lIns="76175" spcFirstLastPara="1" rIns="76175" wrap="square" tIns="380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39" name="Google Shape;2039;p35"/>
              <p:cNvSpPr/>
              <p:nvPr/>
            </p:nvSpPr>
            <p:spPr>
              <a:xfrm>
                <a:off x="134850" y="1525275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333" rotWithShape="0" dir="5400000" dist="19167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8075" lIns="76175" spcFirstLastPara="1" rIns="76175" wrap="square" tIns="380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40" name="Google Shape;2040;p35"/>
              <p:cNvSpPr/>
              <p:nvPr/>
            </p:nvSpPr>
            <p:spPr>
              <a:xfrm>
                <a:off x="134850" y="1745275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333" rotWithShape="0" dir="5400000" dist="19167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8075" lIns="76175" spcFirstLastPara="1" rIns="76175" wrap="square" tIns="380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41" name="Google Shape;2041;p35"/>
              <p:cNvSpPr/>
              <p:nvPr/>
            </p:nvSpPr>
            <p:spPr>
              <a:xfrm>
                <a:off x="134850" y="1965275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333" rotWithShape="0" dir="5400000" dist="19167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8075" lIns="76175" spcFirstLastPara="1" rIns="76175" wrap="square" tIns="380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42" name="Google Shape;2042;p35"/>
              <p:cNvSpPr/>
              <p:nvPr/>
            </p:nvSpPr>
            <p:spPr>
              <a:xfrm>
                <a:off x="134850" y="2185275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333" rotWithShape="0" dir="5400000" dist="19167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8075" lIns="76175" spcFirstLastPara="1" rIns="76175" wrap="square" tIns="380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43" name="Google Shape;2043;p35"/>
              <p:cNvSpPr/>
              <p:nvPr/>
            </p:nvSpPr>
            <p:spPr>
              <a:xfrm>
                <a:off x="134850" y="2405275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333" rotWithShape="0" dir="5400000" dist="19167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8075" lIns="76175" spcFirstLastPara="1" rIns="76175" wrap="square" tIns="380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44" name="Google Shape;2044;p35"/>
              <p:cNvSpPr/>
              <p:nvPr/>
            </p:nvSpPr>
            <p:spPr>
              <a:xfrm>
                <a:off x="134850" y="2625275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333" rotWithShape="0" dir="5400000" dist="19167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8075" lIns="76175" spcFirstLastPara="1" rIns="76175" wrap="square" tIns="380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45" name="Google Shape;2045;p35"/>
              <p:cNvSpPr/>
              <p:nvPr/>
            </p:nvSpPr>
            <p:spPr>
              <a:xfrm>
                <a:off x="134850" y="2845275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333" rotWithShape="0" dir="5400000" dist="19167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8075" lIns="76175" spcFirstLastPara="1" rIns="76175" wrap="square" tIns="380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46" name="Google Shape;2046;p35"/>
              <p:cNvSpPr/>
              <p:nvPr/>
            </p:nvSpPr>
            <p:spPr>
              <a:xfrm>
                <a:off x="134850" y="3065275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333" rotWithShape="0" dir="5400000" dist="19167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8075" lIns="76175" spcFirstLastPara="1" rIns="76175" wrap="square" tIns="380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47" name="Google Shape;2047;p35"/>
              <p:cNvSpPr/>
              <p:nvPr/>
            </p:nvSpPr>
            <p:spPr>
              <a:xfrm>
                <a:off x="134850" y="3285275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333" rotWithShape="0" dir="5400000" dist="19167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8075" lIns="76175" spcFirstLastPara="1" rIns="76175" wrap="square" tIns="380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48" name="Google Shape;2048;p35"/>
              <p:cNvSpPr/>
              <p:nvPr/>
            </p:nvSpPr>
            <p:spPr>
              <a:xfrm>
                <a:off x="134850" y="3505275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333" rotWithShape="0" dir="5400000" dist="19167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8075" lIns="76175" spcFirstLastPara="1" rIns="76175" wrap="square" tIns="380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49" name="Google Shape;2049;p35"/>
              <p:cNvSpPr/>
              <p:nvPr/>
            </p:nvSpPr>
            <p:spPr>
              <a:xfrm>
                <a:off x="134850" y="3725275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333" rotWithShape="0" dir="5400000" dist="19167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8075" lIns="76175" spcFirstLastPara="1" rIns="76175" wrap="square" tIns="380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50" name="Google Shape;2050;p35"/>
              <p:cNvSpPr/>
              <p:nvPr/>
            </p:nvSpPr>
            <p:spPr>
              <a:xfrm>
                <a:off x="134850" y="3945275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333" rotWithShape="0" dir="5400000" dist="19167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8075" lIns="76175" spcFirstLastPara="1" rIns="76175" wrap="square" tIns="380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51" name="Google Shape;2051;p35"/>
              <p:cNvSpPr/>
              <p:nvPr/>
            </p:nvSpPr>
            <p:spPr>
              <a:xfrm>
                <a:off x="134850" y="4165275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333" rotWithShape="0" dir="5400000" dist="19167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8075" lIns="76175" spcFirstLastPara="1" rIns="76175" wrap="square" tIns="380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52" name="Google Shape;2052;p35"/>
              <p:cNvSpPr/>
              <p:nvPr/>
            </p:nvSpPr>
            <p:spPr>
              <a:xfrm>
                <a:off x="134850" y="4385275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333" rotWithShape="0" dir="5400000" dist="19167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8075" lIns="76175" spcFirstLastPara="1" rIns="76175" wrap="square" tIns="380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53" name="Google Shape;2053;p35"/>
              <p:cNvSpPr/>
              <p:nvPr/>
            </p:nvSpPr>
            <p:spPr>
              <a:xfrm>
                <a:off x="134850" y="4605275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333" rotWithShape="0" dir="5400000" dist="19167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8075" lIns="76175" spcFirstLastPara="1" rIns="76175" wrap="square" tIns="380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54" name="Google Shape;2054;p35"/>
              <p:cNvSpPr/>
              <p:nvPr/>
            </p:nvSpPr>
            <p:spPr>
              <a:xfrm>
                <a:off x="357039" y="123804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0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55" name="Google Shape;2055;p35"/>
              <p:cNvSpPr/>
              <p:nvPr/>
            </p:nvSpPr>
            <p:spPr>
              <a:xfrm>
                <a:off x="357039" y="1433078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56" name="Google Shape;2056;p35"/>
              <p:cNvSpPr/>
              <p:nvPr/>
            </p:nvSpPr>
            <p:spPr>
              <a:xfrm>
                <a:off x="357039" y="162811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57" name="Google Shape;2057;p35"/>
              <p:cNvSpPr/>
              <p:nvPr/>
            </p:nvSpPr>
            <p:spPr>
              <a:xfrm>
                <a:off x="357039" y="182314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58" name="Google Shape;2058;p35"/>
              <p:cNvSpPr/>
              <p:nvPr/>
            </p:nvSpPr>
            <p:spPr>
              <a:xfrm>
                <a:off x="357039" y="201818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59" name="Google Shape;2059;p35"/>
              <p:cNvSpPr/>
              <p:nvPr/>
            </p:nvSpPr>
            <p:spPr>
              <a:xfrm>
                <a:off x="357039" y="221321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60" name="Google Shape;2060;p35"/>
              <p:cNvSpPr/>
              <p:nvPr/>
            </p:nvSpPr>
            <p:spPr>
              <a:xfrm>
                <a:off x="357039" y="240825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61" name="Google Shape;2061;p35"/>
              <p:cNvSpPr/>
              <p:nvPr/>
            </p:nvSpPr>
            <p:spPr>
              <a:xfrm>
                <a:off x="357039" y="260328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62" name="Google Shape;2062;p35"/>
              <p:cNvSpPr/>
              <p:nvPr/>
            </p:nvSpPr>
            <p:spPr>
              <a:xfrm>
                <a:off x="357039" y="279832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63" name="Google Shape;2063;p35"/>
              <p:cNvSpPr/>
              <p:nvPr/>
            </p:nvSpPr>
            <p:spPr>
              <a:xfrm>
                <a:off x="357039" y="299335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64" name="Google Shape;2064;p35"/>
              <p:cNvSpPr/>
              <p:nvPr/>
            </p:nvSpPr>
            <p:spPr>
              <a:xfrm>
                <a:off x="357039" y="318839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65" name="Google Shape;2065;p35"/>
              <p:cNvSpPr/>
              <p:nvPr/>
            </p:nvSpPr>
            <p:spPr>
              <a:xfrm>
                <a:off x="357039" y="338342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66" name="Google Shape;2066;p35"/>
              <p:cNvSpPr/>
              <p:nvPr/>
            </p:nvSpPr>
            <p:spPr>
              <a:xfrm>
                <a:off x="357039" y="357846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67" name="Google Shape;2067;p35"/>
              <p:cNvSpPr/>
              <p:nvPr/>
            </p:nvSpPr>
            <p:spPr>
              <a:xfrm>
                <a:off x="357039" y="377349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68" name="Google Shape;2068;p35"/>
              <p:cNvSpPr/>
              <p:nvPr/>
            </p:nvSpPr>
            <p:spPr>
              <a:xfrm>
                <a:off x="357039" y="3968530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69" name="Google Shape;2069;p35"/>
              <p:cNvSpPr/>
              <p:nvPr/>
            </p:nvSpPr>
            <p:spPr>
              <a:xfrm>
                <a:off x="357039" y="4163565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70" name="Google Shape;2070;p35"/>
              <p:cNvSpPr/>
              <p:nvPr/>
            </p:nvSpPr>
            <p:spPr>
              <a:xfrm>
                <a:off x="552073" y="123804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0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71" name="Google Shape;2071;p35"/>
              <p:cNvSpPr/>
              <p:nvPr/>
            </p:nvSpPr>
            <p:spPr>
              <a:xfrm>
                <a:off x="552073" y="1433078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72" name="Google Shape;2072;p35"/>
              <p:cNvSpPr/>
              <p:nvPr/>
            </p:nvSpPr>
            <p:spPr>
              <a:xfrm>
                <a:off x="552073" y="162811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73" name="Google Shape;2073;p35"/>
              <p:cNvSpPr/>
              <p:nvPr/>
            </p:nvSpPr>
            <p:spPr>
              <a:xfrm>
                <a:off x="552073" y="182314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74" name="Google Shape;2074;p35"/>
              <p:cNvSpPr/>
              <p:nvPr/>
            </p:nvSpPr>
            <p:spPr>
              <a:xfrm>
                <a:off x="552073" y="201818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75" name="Google Shape;2075;p35"/>
              <p:cNvSpPr/>
              <p:nvPr/>
            </p:nvSpPr>
            <p:spPr>
              <a:xfrm>
                <a:off x="552073" y="221321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76" name="Google Shape;2076;p35"/>
              <p:cNvSpPr/>
              <p:nvPr/>
            </p:nvSpPr>
            <p:spPr>
              <a:xfrm>
                <a:off x="552073" y="240825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77" name="Google Shape;2077;p35"/>
              <p:cNvSpPr/>
              <p:nvPr/>
            </p:nvSpPr>
            <p:spPr>
              <a:xfrm>
                <a:off x="552073" y="260328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78" name="Google Shape;2078;p35"/>
              <p:cNvSpPr/>
              <p:nvPr/>
            </p:nvSpPr>
            <p:spPr>
              <a:xfrm>
                <a:off x="552073" y="279832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79" name="Google Shape;2079;p35"/>
              <p:cNvSpPr/>
              <p:nvPr/>
            </p:nvSpPr>
            <p:spPr>
              <a:xfrm>
                <a:off x="552073" y="299335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80" name="Google Shape;2080;p35"/>
              <p:cNvSpPr/>
              <p:nvPr/>
            </p:nvSpPr>
            <p:spPr>
              <a:xfrm>
                <a:off x="552073" y="318839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81" name="Google Shape;2081;p35"/>
              <p:cNvSpPr/>
              <p:nvPr/>
            </p:nvSpPr>
            <p:spPr>
              <a:xfrm>
                <a:off x="552073" y="338342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82" name="Google Shape;2082;p35"/>
              <p:cNvSpPr/>
              <p:nvPr/>
            </p:nvSpPr>
            <p:spPr>
              <a:xfrm>
                <a:off x="552073" y="357846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83" name="Google Shape;2083;p35"/>
              <p:cNvSpPr/>
              <p:nvPr/>
            </p:nvSpPr>
            <p:spPr>
              <a:xfrm>
                <a:off x="552073" y="377349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84" name="Google Shape;2084;p35"/>
              <p:cNvSpPr/>
              <p:nvPr/>
            </p:nvSpPr>
            <p:spPr>
              <a:xfrm>
                <a:off x="552073" y="3968530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85" name="Google Shape;2085;p35"/>
              <p:cNvSpPr/>
              <p:nvPr/>
            </p:nvSpPr>
            <p:spPr>
              <a:xfrm>
                <a:off x="552073" y="4163565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86" name="Google Shape;2086;p35"/>
              <p:cNvSpPr/>
              <p:nvPr/>
            </p:nvSpPr>
            <p:spPr>
              <a:xfrm>
                <a:off x="747108" y="123804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0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87" name="Google Shape;2087;p35"/>
              <p:cNvSpPr/>
              <p:nvPr/>
            </p:nvSpPr>
            <p:spPr>
              <a:xfrm>
                <a:off x="747108" y="1433078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88" name="Google Shape;2088;p35"/>
              <p:cNvSpPr/>
              <p:nvPr/>
            </p:nvSpPr>
            <p:spPr>
              <a:xfrm>
                <a:off x="747108" y="162811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89" name="Google Shape;2089;p35"/>
              <p:cNvSpPr/>
              <p:nvPr/>
            </p:nvSpPr>
            <p:spPr>
              <a:xfrm>
                <a:off x="747108" y="182314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90" name="Google Shape;2090;p35"/>
              <p:cNvSpPr/>
              <p:nvPr/>
            </p:nvSpPr>
            <p:spPr>
              <a:xfrm>
                <a:off x="747108" y="201818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91" name="Google Shape;2091;p35"/>
              <p:cNvSpPr/>
              <p:nvPr/>
            </p:nvSpPr>
            <p:spPr>
              <a:xfrm>
                <a:off x="747108" y="221321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92" name="Google Shape;2092;p35"/>
              <p:cNvSpPr/>
              <p:nvPr/>
            </p:nvSpPr>
            <p:spPr>
              <a:xfrm>
                <a:off x="747108" y="240825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93" name="Google Shape;2093;p35"/>
              <p:cNvSpPr/>
              <p:nvPr/>
            </p:nvSpPr>
            <p:spPr>
              <a:xfrm>
                <a:off x="747108" y="260328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94" name="Google Shape;2094;p35"/>
              <p:cNvSpPr/>
              <p:nvPr/>
            </p:nvSpPr>
            <p:spPr>
              <a:xfrm>
                <a:off x="747108" y="279832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95" name="Google Shape;2095;p35"/>
              <p:cNvSpPr/>
              <p:nvPr/>
            </p:nvSpPr>
            <p:spPr>
              <a:xfrm>
                <a:off x="747108" y="299335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96" name="Google Shape;2096;p35"/>
              <p:cNvSpPr/>
              <p:nvPr/>
            </p:nvSpPr>
            <p:spPr>
              <a:xfrm>
                <a:off x="747108" y="318839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97" name="Google Shape;2097;p35"/>
              <p:cNvSpPr/>
              <p:nvPr/>
            </p:nvSpPr>
            <p:spPr>
              <a:xfrm>
                <a:off x="747108" y="338342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98" name="Google Shape;2098;p35"/>
              <p:cNvSpPr/>
              <p:nvPr/>
            </p:nvSpPr>
            <p:spPr>
              <a:xfrm>
                <a:off x="747108" y="357846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99" name="Google Shape;2099;p35"/>
              <p:cNvSpPr/>
              <p:nvPr/>
            </p:nvSpPr>
            <p:spPr>
              <a:xfrm>
                <a:off x="747108" y="377349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00" name="Google Shape;2100;p35"/>
              <p:cNvSpPr/>
              <p:nvPr/>
            </p:nvSpPr>
            <p:spPr>
              <a:xfrm>
                <a:off x="747108" y="3968530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01" name="Google Shape;2101;p35"/>
              <p:cNvSpPr/>
              <p:nvPr/>
            </p:nvSpPr>
            <p:spPr>
              <a:xfrm>
                <a:off x="747108" y="4163565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02" name="Google Shape;2102;p35"/>
              <p:cNvSpPr/>
              <p:nvPr/>
            </p:nvSpPr>
            <p:spPr>
              <a:xfrm>
                <a:off x="942143" y="123804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0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03" name="Google Shape;2103;p35"/>
              <p:cNvSpPr/>
              <p:nvPr/>
            </p:nvSpPr>
            <p:spPr>
              <a:xfrm>
                <a:off x="942143" y="1433078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04" name="Google Shape;2104;p35"/>
              <p:cNvSpPr/>
              <p:nvPr/>
            </p:nvSpPr>
            <p:spPr>
              <a:xfrm>
                <a:off x="942143" y="162811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05" name="Google Shape;2105;p35"/>
              <p:cNvSpPr/>
              <p:nvPr/>
            </p:nvSpPr>
            <p:spPr>
              <a:xfrm>
                <a:off x="942143" y="182314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06" name="Google Shape;2106;p35"/>
              <p:cNvSpPr/>
              <p:nvPr/>
            </p:nvSpPr>
            <p:spPr>
              <a:xfrm>
                <a:off x="942143" y="201818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07" name="Google Shape;2107;p35"/>
              <p:cNvSpPr/>
              <p:nvPr/>
            </p:nvSpPr>
            <p:spPr>
              <a:xfrm>
                <a:off x="942143" y="221321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08" name="Google Shape;2108;p35"/>
              <p:cNvSpPr/>
              <p:nvPr/>
            </p:nvSpPr>
            <p:spPr>
              <a:xfrm>
                <a:off x="942143" y="240825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09" name="Google Shape;2109;p35"/>
              <p:cNvSpPr/>
              <p:nvPr/>
            </p:nvSpPr>
            <p:spPr>
              <a:xfrm>
                <a:off x="942143" y="260328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10" name="Google Shape;2110;p35"/>
              <p:cNvSpPr/>
              <p:nvPr/>
            </p:nvSpPr>
            <p:spPr>
              <a:xfrm>
                <a:off x="942143" y="279832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11" name="Google Shape;2111;p35"/>
              <p:cNvSpPr/>
              <p:nvPr/>
            </p:nvSpPr>
            <p:spPr>
              <a:xfrm>
                <a:off x="942143" y="299335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12" name="Google Shape;2112;p35"/>
              <p:cNvSpPr/>
              <p:nvPr/>
            </p:nvSpPr>
            <p:spPr>
              <a:xfrm>
                <a:off x="942143" y="318839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13" name="Google Shape;2113;p35"/>
              <p:cNvSpPr/>
              <p:nvPr/>
            </p:nvSpPr>
            <p:spPr>
              <a:xfrm>
                <a:off x="942143" y="338342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14" name="Google Shape;2114;p35"/>
              <p:cNvSpPr/>
              <p:nvPr/>
            </p:nvSpPr>
            <p:spPr>
              <a:xfrm>
                <a:off x="942143" y="357846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15" name="Google Shape;2115;p35"/>
              <p:cNvSpPr/>
              <p:nvPr/>
            </p:nvSpPr>
            <p:spPr>
              <a:xfrm>
                <a:off x="942143" y="377349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16" name="Google Shape;2116;p35"/>
              <p:cNvSpPr/>
              <p:nvPr/>
            </p:nvSpPr>
            <p:spPr>
              <a:xfrm>
                <a:off x="942143" y="3968530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17" name="Google Shape;2117;p35"/>
              <p:cNvSpPr/>
              <p:nvPr/>
            </p:nvSpPr>
            <p:spPr>
              <a:xfrm>
                <a:off x="942143" y="4163565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18" name="Google Shape;2118;p35"/>
              <p:cNvSpPr/>
              <p:nvPr/>
            </p:nvSpPr>
            <p:spPr>
              <a:xfrm>
                <a:off x="1137178" y="123804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0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19" name="Google Shape;2119;p35"/>
              <p:cNvSpPr/>
              <p:nvPr/>
            </p:nvSpPr>
            <p:spPr>
              <a:xfrm>
                <a:off x="1137178" y="1433078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20" name="Google Shape;2120;p35"/>
              <p:cNvSpPr/>
              <p:nvPr/>
            </p:nvSpPr>
            <p:spPr>
              <a:xfrm>
                <a:off x="1137178" y="162811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21" name="Google Shape;2121;p35"/>
              <p:cNvSpPr/>
              <p:nvPr/>
            </p:nvSpPr>
            <p:spPr>
              <a:xfrm>
                <a:off x="1137178" y="182314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22" name="Google Shape;2122;p35"/>
              <p:cNvSpPr/>
              <p:nvPr/>
            </p:nvSpPr>
            <p:spPr>
              <a:xfrm>
                <a:off x="1137178" y="201818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23" name="Google Shape;2123;p35"/>
              <p:cNvSpPr/>
              <p:nvPr/>
            </p:nvSpPr>
            <p:spPr>
              <a:xfrm>
                <a:off x="1137178" y="221321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24" name="Google Shape;2124;p35"/>
              <p:cNvSpPr/>
              <p:nvPr/>
            </p:nvSpPr>
            <p:spPr>
              <a:xfrm>
                <a:off x="1137178" y="240825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25" name="Google Shape;2125;p35"/>
              <p:cNvSpPr/>
              <p:nvPr/>
            </p:nvSpPr>
            <p:spPr>
              <a:xfrm>
                <a:off x="1137178" y="260328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26" name="Google Shape;2126;p35"/>
              <p:cNvSpPr/>
              <p:nvPr/>
            </p:nvSpPr>
            <p:spPr>
              <a:xfrm>
                <a:off x="1137178" y="279832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27" name="Google Shape;2127;p35"/>
              <p:cNvSpPr/>
              <p:nvPr/>
            </p:nvSpPr>
            <p:spPr>
              <a:xfrm>
                <a:off x="1137178" y="299335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28" name="Google Shape;2128;p35"/>
              <p:cNvSpPr/>
              <p:nvPr/>
            </p:nvSpPr>
            <p:spPr>
              <a:xfrm>
                <a:off x="1137178" y="318839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29" name="Google Shape;2129;p35"/>
              <p:cNvSpPr/>
              <p:nvPr/>
            </p:nvSpPr>
            <p:spPr>
              <a:xfrm>
                <a:off x="1137178" y="338342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30" name="Google Shape;2130;p35"/>
              <p:cNvSpPr/>
              <p:nvPr/>
            </p:nvSpPr>
            <p:spPr>
              <a:xfrm>
                <a:off x="1137178" y="357846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31" name="Google Shape;2131;p35"/>
              <p:cNvSpPr/>
              <p:nvPr/>
            </p:nvSpPr>
            <p:spPr>
              <a:xfrm>
                <a:off x="1137178" y="377349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32" name="Google Shape;2132;p35"/>
              <p:cNvSpPr/>
              <p:nvPr/>
            </p:nvSpPr>
            <p:spPr>
              <a:xfrm>
                <a:off x="1137178" y="3968530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33" name="Google Shape;2133;p35"/>
              <p:cNvSpPr/>
              <p:nvPr/>
            </p:nvSpPr>
            <p:spPr>
              <a:xfrm>
                <a:off x="1137178" y="4163565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34" name="Google Shape;2134;p35"/>
              <p:cNvSpPr/>
              <p:nvPr/>
            </p:nvSpPr>
            <p:spPr>
              <a:xfrm>
                <a:off x="1332213" y="123804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0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35" name="Google Shape;2135;p35"/>
              <p:cNvSpPr/>
              <p:nvPr/>
            </p:nvSpPr>
            <p:spPr>
              <a:xfrm>
                <a:off x="1332213" y="1433078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36" name="Google Shape;2136;p35"/>
              <p:cNvSpPr/>
              <p:nvPr/>
            </p:nvSpPr>
            <p:spPr>
              <a:xfrm>
                <a:off x="1332213" y="162811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37" name="Google Shape;2137;p35"/>
              <p:cNvSpPr/>
              <p:nvPr/>
            </p:nvSpPr>
            <p:spPr>
              <a:xfrm>
                <a:off x="1332213" y="182314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38" name="Google Shape;2138;p35"/>
              <p:cNvSpPr/>
              <p:nvPr/>
            </p:nvSpPr>
            <p:spPr>
              <a:xfrm>
                <a:off x="1332213" y="201818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39" name="Google Shape;2139;p35"/>
              <p:cNvSpPr/>
              <p:nvPr/>
            </p:nvSpPr>
            <p:spPr>
              <a:xfrm>
                <a:off x="1332213" y="221321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40" name="Google Shape;2140;p35"/>
              <p:cNvSpPr/>
              <p:nvPr/>
            </p:nvSpPr>
            <p:spPr>
              <a:xfrm>
                <a:off x="1332213" y="240825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41" name="Google Shape;2141;p35"/>
              <p:cNvSpPr/>
              <p:nvPr/>
            </p:nvSpPr>
            <p:spPr>
              <a:xfrm>
                <a:off x="1332213" y="260328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42" name="Google Shape;2142;p35"/>
              <p:cNvSpPr/>
              <p:nvPr/>
            </p:nvSpPr>
            <p:spPr>
              <a:xfrm>
                <a:off x="1332213" y="279832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43" name="Google Shape;2143;p35"/>
              <p:cNvSpPr/>
              <p:nvPr/>
            </p:nvSpPr>
            <p:spPr>
              <a:xfrm>
                <a:off x="1332213" y="299335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44" name="Google Shape;2144;p35"/>
              <p:cNvSpPr/>
              <p:nvPr/>
            </p:nvSpPr>
            <p:spPr>
              <a:xfrm>
                <a:off x="1332213" y="318839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45" name="Google Shape;2145;p35"/>
              <p:cNvSpPr/>
              <p:nvPr/>
            </p:nvSpPr>
            <p:spPr>
              <a:xfrm>
                <a:off x="1332213" y="338342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46" name="Google Shape;2146;p35"/>
              <p:cNvSpPr/>
              <p:nvPr/>
            </p:nvSpPr>
            <p:spPr>
              <a:xfrm>
                <a:off x="1332213" y="357846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47" name="Google Shape;2147;p35"/>
              <p:cNvSpPr/>
              <p:nvPr/>
            </p:nvSpPr>
            <p:spPr>
              <a:xfrm>
                <a:off x="1332213" y="377349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48" name="Google Shape;2148;p35"/>
              <p:cNvSpPr/>
              <p:nvPr/>
            </p:nvSpPr>
            <p:spPr>
              <a:xfrm>
                <a:off x="1332213" y="3968530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49" name="Google Shape;2149;p35"/>
              <p:cNvSpPr/>
              <p:nvPr/>
            </p:nvSpPr>
            <p:spPr>
              <a:xfrm>
                <a:off x="1332213" y="4163565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50" name="Google Shape;2150;p35"/>
              <p:cNvSpPr/>
              <p:nvPr/>
            </p:nvSpPr>
            <p:spPr>
              <a:xfrm>
                <a:off x="1527248" y="123804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0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51" name="Google Shape;2151;p35"/>
              <p:cNvSpPr/>
              <p:nvPr/>
            </p:nvSpPr>
            <p:spPr>
              <a:xfrm>
                <a:off x="1527248" y="1433078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52" name="Google Shape;2152;p35"/>
              <p:cNvSpPr/>
              <p:nvPr/>
            </p:nvSpPr>
            <p:spPr>
              <a:xfrm>
                <a:off x="1527248" y="162811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53" name="Google Shape;2153;p35"/>
              <p:cNvSpPr/>
              <p:nvPr/>
            </p:nvSpPr>
            <p:spPr>
              <a:xfrm>
                <a:off x="1527248" y="182314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54" name="Google Shape;2154;p35"/>
              <p:cNvSpPr/>
              <p:nvPr/>
            </p:nvSpPr>
            <p:spPr>
              <a:xfrm>
                <a:off x="1527248" y="201818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55" name="Google Shape;2155;p35"/>
              <p:cNvSpPr/>
              <p:nvPr/>
            </p:nvSpPr>
            <p:spPr>
              <a:xfrm>
                <a:off x="1527248" y="221321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56" name="Google Shape;2156;p35"/>
              <p:cNvSpPr/>
              <p:nvPr/>
            </p:nvSpPr>
            <p:spPr>
              <a:xfrm>
                <a:off x="1527248" y="240825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57" name="Google Shape;2157;p35"/>
              <p:cNvSpPr/>
              <p:nvPr/>
            </p:nvSpPr>
            <p:spPr>
              <a:xfrm>
                <a:off x="1527248" y="260328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58" name="Google Shape;2158;p35"/>
              <p:cNvSpPr/>
              <p:nvPr/>
            </p:nvSpPr>
            <p:spPr>
              <a:xfrm>
                <a:off x="1527248" y="279832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59" name="Google Shape;2159;p35"/>
              <p:cNvSpPr/>
              <p:nvPr/>
            </p:nvSpPr>
            <p:spPr>
              <a:xfrm>
                <a:off x="1527248" y="299335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60" name="Google Shape;2160;p35"/>
              <p:cNvSpPr/>
              <p:nvPr/>
            </p:nvSpPr>
            <p:spPr>
              <a:xfrm>
                <a:off x="1527248" y="318839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61" name="Google Shape;2161;p35"/>
              <p:cNvSpPr/>
              <p:nvPr/>
            </p:nvSpPr>
            <p:spPr>
              <a:xfrm>
                <a:off x="1527248" y="338342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62" name="Google Shape;2162;p35"/>
              <p:cNvSpPr/>
              <p:nvPr/>
            </p:nvSpPr>
            <p:spPr>
              <a:xfrm>
                <a:off x="1527248" y="357846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63" name="Google Shape;2163;p35"/>
              <p:cNvSpPr/>
              <p:nvPr/>
            </p:nvSpPr>
            <p:spPr>
              <a:xfrm>
                <a:off x="1527248" y="377349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64" name="Google Shape;2164;p35"/>
              <p:cNvSpPr/>
              <p:nvPr/>
            </p:nvSpPr>
            <p:spPr>
              <a:xfrm>
                <a:off x="1527248" y="3968530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65" name="Google Shape;2165;p35"/>
              <p:cNvSpPr/>
              <p:nvPr/>
            </p:nvSpPr>
            <p:spPr>
              <a:xfrm>
                <a:off x="1527248" y="4163565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66" name="Google Shape;2166;p35"/>
              <p:cNvSpPr/>
              <p:nvPr/>
            </p:nvSpPr>
            <p:spPr>
              <a:xfrm>
                <a:off x="1722282" y="123804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0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67" name="Google Shape;2167;p35"/>
              <p:cNvSpPr/>
              <p:nvPr/>
            </p:nvSpPr>
            <p:spPr>
              <a:xfrm>
                <a:off x="1722282" y="1433078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68" name="Google Shape;2168;p35"/>
              <p:cNvSpPr/>
              <p:nvPr/>
            </p:nvSpPr>
            <p:spPr>
              <a:xfrm>
                <a:off x="1722282" y="162811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69" name="Google Shape;2169;p35"/>
              <p:cNvSpPr/>
              <p:nvPr/>
            </p:nvSpPr>
            <p:spPr>
              <a:xfrm>
                <a:off x="1722282" y="182314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70" name="Google Shape;2170;p35"/>
              <p:cNvSpPr/>
              <p:nvPr/>
            </p:nvSpPr>
            <p:spPr>
              <a:xfrm>
                <a:off x="1722282" y="201818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71" name="Google Shape;2171;p35"/>
              <p:cNvSpPr/>
              <p:nvPr/>
            </p:nvSpPr>
            <p:spPr>
              <a:xfrm>
                <a:off x="1722282" y="221321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72" name="Google Shape;2172;p35"/>
              <p:cNvSpPr/>
              <p:nvPr/>
            </p:nvSpPr>
            <p:spPr>
              <a:xfrm>
                <a:off x="1722282" y="240825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73" name="Google Shape;2173;p35"/>
              <p:cNvSpPr/>
              <p:nvPr/>
            </p:nvSpPr>
            <p:spPr>
              <a:xfrm>
                <a:off x="1722282" y="260328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74" name="Google Shape;2174;p35"/>
              <p:cNvSpPr/>
              <p:nvPr/>
            </p:nvSpPr>
            <p:spPr>
              <a:xfrm>
                <a:off x="1722282" y="279832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75" name="Google Shape;2175;p35"/>
              <p:cNvSpPr/>
              <p:nvPr/>
            </p:nvSpPr>
            <p:spPr>
              <a:xfrm>
                <a:off x="1722282" y="299335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76" name="Google Shape;2176;p35"/>
              <p:cNvSpPr/>
              <p:nvPr/>
            </p:nvSpPr>
            <p:spPr>
              <a:xfrm>
                <a:off x="1722282" y="318839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77" name="Google Shape;2177;p35"/>
              <p:cNvSpPr/>
              <p:nvPr/>
            </p:nvSpPr>
            <p:spPr>
              <a:xfrm>
                <a:off x="1722282" y="338342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78" name="Google Shape;2178;p35"/>
              <p:cNvSpPr/>
              <p:nvPr/>
            </p:nvSpPr>
            <p:spPr>
              <a:xfrm>
                <a:off x="1722282" y="357846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79" name="Google Shape;2179;p35"/>
              <p:cNvSpPr/>
              <p:nvPr/>
            </p:nvSpPr>
            <p:spPr>
              <a:xfrm>
                <a:off x="1722282" y="377349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80" name="Google Shape;2180;p35"/>
              <p:cNvSpPr/>
              <p:nvPr/>
            </p:nvSpPr>
            <p:spPr>
              <a:xfrm>
                <a:off x="1722282" y="3968530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81" name="Google Shape;2181;p35"/>
              <p:cNvSpPr/>
              <p:nvPr/>
            </p:nvSpPr>
            <p:spPr>
              <a:xfrm>
                <a:off x="1722282" y="4163565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82" name="Google Shape;2182;p35"/>
              <p:cNvSpPr/>
              <p:nvPr/>
            </p:nvSpPr>
            <p:spPr>
              <a:xfrm>
                <a:off x="1917317" y="123804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0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83" name="Google Shape;2183;p35"/>
              <p:cNvSpPr/>
              <p:nvPr/>
            </p:nvSpPr>
            <p:spPr>
              <a:xfrm>
                <a:off x="1917317" y="1433078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84" name="Google Shape;2184;p35"/>
              <p:cNvSpPr/>
              <p:nvPr/>
            </p:nvSpPr>
            <p:spPr>
              <a:xfrm>
                <a:off x="1917317" y="162811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85" name="Google Shape;2185;p35"/>
              <p:cNvSpPr/>
              <p:nvPr/>
            </p:nvSpPr>
            <p:spPr>
              <a:xfrm>
                <a:off x="1917317" y="182314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86" name="Google Shape;2186;p35"/>
              <p:cNvSpPr/>
              <p:nvPr/>
            </p:nvSpPr>
            <p:spPr>
              <a:xfrm>
                <a:off x="1917317" y="201818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87" name="Google Shape;2187;p35"/>
              <p:cNvSpPr/>
              <p:nvPr/>
            </p:nvSpPr>
            <p:spPr>
              <a:xfrm>
                <a:off x="1917317" y="221321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88" name="Google Shape;2188;p35"/>
              <p:cNvSpPr/>
              <p:nvPr/>
            </p:nvSpPr>
            <p:spPr>
              <a:xfrm>
                <a:off x="1917317" y="240825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89" name="Google Shape;2189;p35"/>
              <p:cNvSpPr/>
              <p:nvPr/>
            </p:nvSpPr>
            <p:spPr>
              <a:xfrm>
                <a:off x="1917317" y="260328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90" name="Google Shape;2190;p35"/>
              <p:cNvSpPr/>
              <p:nvPr/>
            </p:nvSpPr>
            <p:spPr>
              <a:xfrm>
                <a:off x="1917317" y="279832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91" name="Google Shape;2191;p35"/>
              <p:cNvSpPr/>
              <p:nvPr/>
            </p:nvSpPr>
            <p:spPr>
              <a:xfrm>
                <a:off x="1917317" y="299335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92" name="Google Shape;2192;p35"/>
              <p:cNvSpPr/>
              <p:nvPr/>
            </p:nvSpPr>
            <p:spPr>
              <a:xfrm>
                <a:off x="1917317" y="318839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93" name="Google Shape;2193;p35"/>
              <p:cNvSpPr/>
              <p:nvPr/>
            </p:nvSpPr>
            <p:spPr>
              <a:xfrm>
                <a:off x="1917317" y="338342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94" name="Google Shape;2194;p35"/>
              <p:cNvSpPr/>
              <p:nvPr/>
            </p:nvSpPr>
            <p:spPr>
              <a:xfrm>
                <a:off x="1917317" y="357846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95" name="Google Shape;2195;p35"/>
              <p:cNvSpPr/>
              <p:nvPr/>
            </p:nvSpPr>
            <p:spPr>
              <a:xfrm>
                <a:off x="1917317" y="377349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96" name="Google Shape;2196;p35"/>
              <p:cNvSpPr/>
              <p:nvPr/>
            </p:nvSpPr>
            <p:spPr>
              <a:xfrm>
                <a:off x="1917317" y="3968530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97" name="Google Shape;2197;p35"/>
              <p:cNvSpPr/>
              <p:nvPr/>
            </p:nvSpPr>
            <p:spPr>
              <a:xfrm>
                <a:off x="1917317" y="4163565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98" name="Google Shape;2198;p35"/>
              <p:cNvSpPr/>
              <p:nvPr/>
            </p:nvSpPr>
            <p:spPr>
              <a:xfrm>
                <a:off x="2112352" y="123804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0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99" name="Google Shape;2199;p35"/>
              <p:cNvSpPr/>
              <p:nvPr/>
            </p:nvSpPr>
            <p:spPr>
              <a:xfrm>
                <a:off x="2112352" y="1433078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00" name="Google Shape;2200;p35"/>
              <p:cNvSpPr/>
              <p:nvPr/>
            </p:nvSpPr>
            <p:spPr>
              <a:xfrm>
                <a:off x="2112352" y="162811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01" name="Google Shape;2201;p35"/>
              <p:cNvSpPr/>
              <p:nvPr/>
            </p:nvSpPr>
            <p:spPr>
              <a:xfrm>
                <a:off x="2112352" y="182314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02" name="Google Shape;2202;p35"/>
              <p:cNvSpPr/>
              <p:nvPr/>
            </p:nvSpPr>
            <p:spPr>
              <a:xfrm>
                <a:off x="2112352" y="201818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03" name="Google Shape;2203;p35"/>
              <p:cNvSpPr/>
              <p:nvPr/>
            </p:nvSpPr>
            <p:spPr>
              <a:xfrm>
                <a:off x="2112352" y="221321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04" name="Google Shape;2204;p35"/>
              <p:cNvSpPr/>
              <p:nvPr/>
            </p:nvSpPr>
            <p:spPr>
              <a:xfrm>
                <a:off x="2112352" y="240825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05" name="Google Shape;2205;p35"/>
              <p:cNvSpPr/>
              <p:nvPr/>
            </p:nvSpPr>
            <p:spPr>
              <a:xfrm>
                <a:off x="2112352" y="260328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06" name="Google Shape;2206;p35"/>
              <p:cNvSpPr/>
              <p:nvPr/>
            </p:nvSpPr>
            <p:spPr>
              <a:xfrm>
                <a:off x="2112352" y="279832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07" name="Google Shape;2207;p35"/>
              <p:cNvSpPr/>
              <p:nvPr/>
            </p:nvSpPr>
            <p:spPr>
              <a:xfrm>
                <a:off x="2112352" y="299335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08" name="Google Shape;2208;p35"/>
              <p:cNvSpPr/>
              <p:nvPr/>
            </p:nvSpPr>
            <p:spPr>
              <a:xfrm>
                <a:off x="2112352" y="318839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09" name="Google Shape;2209;p35"/>
              <p:cNvSpPr/>
              <p:nvPr/>
            </p:nvSpPr>
            <p:spPr>
              <a:xfrm>
                <a:off x="2112352" y="338342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10" name="Google Shape;2210;p35"/>
              <p:cNvSpPr/>
              <p:nvPr/>
            </p:nvSpPr>
            <p:spPr>
              <a:xfrm>
                <a:off x="2112352" y="357846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11" name="Google Shape;2211;p35"/>
              <p:cNvSpPr/>
              <p:nvPr/>
            </p:nvSpPr>
            <p:spPr>
              <a:xfrm>
                <a:off x="2112352" y="377349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12" name="Google Shape;2212;p35"/>
              <p:cNvSpPr/>
              <p:nvPr/>
            </p:nvSpPr>
            <p:spPr>
              <a:xfrm>
                <a:off x="2112352" y="3968530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13" name="Google Shape;2213;p35"/>
              <p:cNvSpPr/>
              <p:nvPr/>
            </p:nvSpPr>
            <p:spPr>
              <a:xfrm>
                <a:off x="2112352" y="4163565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14" name="Google Shape;2214;p35"/>
              <p:cNvSpPr/>
              <p:nvPr/>
            </p:nvSpPr>
            <p:spPr>
              <a:xfrm>
                <a:off x="2307387" y="123804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0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15" name="Google Shape;2215;p35"/>
              <p:cNvSpPr/>
              <p:nvPr/>
            </p:nvSpPr>
            <p:spPr>
              <a:xfrm>
                <a:off x="2307387" y="1433078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16" name="Google Shape;2216;p35"/>
              <p:cNvSpPr/>
              <p:nvPr/>
            </p:nvSpPr>
            <p:spPr>
              <a:xfrm>
                <a:off x="2307387" y="162811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17" name="Google Shape;2217;p35"/>
              <p:cNvSpPr/>
              <p:nvPr/>
            </p:nvSpPr>
            <p:spPr>
              <a:xfrm>
                <a:off x="2307387" y="182314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18" name="Google Shape;2218;p35"/>
              <p:cNvSpPr/>
              <p:nvPr/>
            </p:nvSpPr>
            <p:spPr>
              <a:xfrm>
                <a:off x="2307387" y="201818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19" name="Google Shape;2219;p35"/>
              <p:cNvSpPr/>
              <p:nvPr/>
            </p:nvSpPr>
            <p:spPr>
              <a:xfrm>
                <a:off x="2307387" y="221321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20" name="Google Shape;2220;p35"/>
              <p:cNvSpPr/>
              <p:nvPr/>
            </p:nvSpPr>
            <p:spPr>
              <a:xfrm>
                <a:off x="2307387" y="240825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21" name="Google Shape;2221;p35"/>
              <p:cNvSpPr/>
              <p:nvPr/>
            </p:nvSpPr>
            <p:spPr>
              <a:xfrm>
                <a:off x="2307387" y="260328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22" name="Google Shape;2222;p35"/>
              <p:cNvSpPr/>
              <p:nvPr/>
            </p:nvSpPr>
            <p:spPr>
              <a:xfrm>
                <a:off x="2307387" y="279832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23" name="Google Shape;2223;p35"/>
              <p:cNvSpPr/>
              <p:nvPr/>
            </p:nvSpPr>
            <p:spPr>
              <a:xfrm>
                <a:off x="2307387" y="299335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24" name="Google Shape;2224;p35"/>
              <p:cNvSpPr/>
              <p:nvPr/>
            </p:nvSpPr>
            <p:spPr>
              <a:xfrm>
                <a:off x="2307387" y="318839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25" name="Google Shape;2225;p35"/>
              <p:cNvSpPr/>
              <p:nvPr/>
            </p:nvSpPr>
            <p:spPr>
              <a:xfrm>
                <a:off x="2307387" y="338342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26" name="Google Shape;2226;p35"/>
              <p:cNvSpPr/>
              <p:nvPr/>
            </p:nvSpPr>
            <p:spPr>
              <a:xfrm>
                <a:off x="2307387" y="357846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27" name="Google Shape;2227;p35"/>
              <p:cNvSpPr/>
              <p:nvPr/>
            </p:nvSpPr>
            <p:spPr>
              <a:xfrm>
                <a:off x="2307387" y="377349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28" name="Google Shape;2228;p35"/>
              <p:cNvSpPr/>
              <p:nvPr/>
            </p:nvSpPr>
            <p:spPr>
              <a:xfrm>
                <a:off x="2307387" y="3968530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29" name="Google Shape;2229;p35"/>
              <p:cNvSpPr/>
              <p:nvPr/>
            </p:nvSpPr>
            <p:spPr>
              <a:xfrm>
                <a:off x="2307387" y="4163565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30" name="Google Shape;2230;p35"/>
              <p:cNvSpPr/>
              <p:nvPr/>
            </p:nvSpPr>
            <p:spPr>
              <a:xfrm>
                <a:off x="2502422" y="123804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0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31" name="Google Shape;2231;p35"/>
              <p:cNvSpPr/>
              <p:nvPr/>
            </p:nvSpPr>
            <p:spPr>
              <a:xfrm>
                <a:off x="2502422" y="1433078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32" name="Google Shape;2232;p35"/>
              <p:cNvSpPr/>
              <p:nvPr/>
            </p:nvSpPr>
            <p:spPr>
              <a:xfrm>
                <a:off x="2502422" y="162811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33" name="Google Shape;2233;p35"/>
              <p:cNvSpPr/>
              <p:nvPr/>
            </p:nvSpPr>
            <p:spPr>
              <a:xfrm>
                <a:off x="2502422" y="182314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34" name="Google Shape;2234;p35"/>
              <p:cNvSpPr/>
              <p:nvPr/>
            </p:nvSpPr>
            <p:spPr>
              <a:xfrm>
                <a:off x="2502422" y="201818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35" name="Google Shape;2235;p35"/>
              <p:cNvSpPr/>
              <p:nvPr/>
            </p:nvSpPr>
            <p:spPr>
              <a:xfrm>
                <a:off x="2502422" y="221321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36" name="Google Shape;2236;p35"/>
              <p:cNvSpPr/>
              <p:nvPr/>
            </p:nvSpPr>
            <p:spPr>
              <a:xfrm>
                <a:off x="2502422" y="240825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37" name="Google Shape;2237;p35"/>
              <p:cNvSpPr/>
              <p:nvPr/>
            </p:nvSpPr>
            <p:spPr>
              <a:xfrm>
                <a:off x="2502422" y="260328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38" name="Google Shape;2238;p35"/>
              <p:cNvSpPr/>
              <p:nvPr/>
            </p:nvSpPr>
            <p:spPr>
              <a:xfrm>
                <a:off x="2502422" y="279832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39" name="Google Shape;2239;p35"/>
              <p:cNvSpPr/>
              <p:nvPr/>
            </p:nvSpPr>
            <p:spPr>
              <a:xfrm>
                <a:off x="2502422" y="299335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40" name="Google Shape;2240;p35"/>
              <p:cNvSpPr/>
              <p:nvPr/>
            </p:nvSpPr>
            <p:spPr>
              <a:xfrm>
                <a:off x="2502422" y="318839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41" name="Google Shape;2241;p35"/>
              <p:cNvSpPr/>
              <p:nvPr/>
            </p:nvSpPr>
            <p:spPr>
              <a:xfrm>
                <a:off x="2502422" y="338342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42" name="Google Shape;2242;p35"/>
              <p:cNvSpPr/>
              <p:nvPr/>
            </p:nvSpPr>
            <p:spPr>
              <a:xfrm>
                <a:off x="2502422" y="357846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43" name="Google Shape;2243;p35"/>
              <p:cNvSpPr/>
              <p:nvPr/>
            </p:nvSpPr>
            <p:spPr>
              <a:xfrm>
                <a:off x="2502422" y="377349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44" name="Google Shape;2244;p35"/>
              <p:cNvSpPr/>
              <p:nvPr/>
            </p:nvSpPr>
            <p:spPr>
              <a:xfrm>
                <a:off x="2502422" y="3968530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45" name="Google Shape;2245;p35"/>
              <p:cNvSpPr/>
              <p:nvPr/>
            </p:nvSpPr>
            <p:spPr>
              <a:xfrm>
                <a:off x="2502422" y="4163565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46" name="Google Shape;2246;p35"/>
              <p:cNvSpPr/>
              <p:nvPr/>
            </p:nvSpPr>
            <p:spPr>
              <a:xfrm>
                <a:off x="2697457" y="123804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0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47" name="Google Shape;2247;p35"/>
              <p:cNvSpPr/>
              <p:nvPr/>
            </p:nvSpPr>
            <p:spPr>
              <a:xfrm>
                <a:off x="2697457" y="1433078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48" name="Google Shape;2248;p35"/>
              <p:cNvSpPr/>
              <p:nvPr/>
            </p:nvSpPr>
            <p:spPr>
              <a:xfrm>
                <a:off x="2697457" y="162811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49" name="Google Shape;2249;p35"/>
              <p:cNvSpPr/>
              <p:nvPr/>
            </p:nvSpPr>
            <p:spPr>
              <a:xfrm>
                <a:off x="2697457" y="182314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50" name="Google Shape;2250;p35"/>
              <p:cNvSpPr/>
              <p:nvPr/>
            </p:nvSpPr>
            <p:spPr>
              <a:xfrm>
                <a:off x="2697457" y="201818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51" name="Google Shape;2251;p35"/>
              <p:cNvSpPr/>
              <p:nvPr/>
            </p:nvSpPr>
            <p:spPr>
              <a:xfrm>
                <a:off x="2697457" y="221321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52" name="Google Shape;2252;p35"/>
              <p:cNvSpPr/>
              <p:nvPr/>
            </p:nvSpPr>
            <p:spPr>
              <a:xfrm>
                <a:off x="2697457" y="240825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53" name="Google Shape;2253;p35"/>
              <p:cNvSpPr/>
              <p:nvPr/>
            </p:nvSpPr>
            <p:spPr>
              <a:xfrm>
                <a:off x="2697457" y="260328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54" name="Google Shape;2254;p35"/>
              <p:cNvSpPr/>
              <p:nvPr/>
            </p:nvSpPr>
            <p:spPr>
              <a:xfrm>
                <a:off x="2697457" y="279832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55" name="Google Shape;2255;p35"/>
              <p:cNvSpPr/>
              <p:nvPr/>
            </p:nvSpPr>
            <p:spPr>
              <a:xfrm>
                <a:off x="2697457" y="299335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56" name="Google Shape;2256;p35"/>
              <p:cNvSpPr/>
              <p:nvPr/>
            </p:nvSpPr>
            <p:spPr>
              <a:xfrm>
                <a:off x="2697457" y="318839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57" name="Google Shape;2257;p35"/>
              <p:cNvSpPr/>
              <p:nvPr/>
            </p:nvSpPr>
            <p:spPr>
              <a:xfrm>
                <a:off x="2697457" y="338342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58" name="Google Shape;2258;p35"/>
              <p:cNvSpPr/>
              <p:nvPr/>
            </p:nvSpPr>
            <p:spPr>
              <a:xfrm>
                <a:off x="2697457" y="357846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59" name="Google Shape;2259;p35"/>
              <p:cNvSpPr/>
              <p:nvPr/>
            </p:nvSpPr>
            <p:spPr>
              <a:xfrm>
                <a:off x="2697457" y="377349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60" name="Google Shape;2260;p35"/>
              <p:cNvSpPr/>
              <p:nvPr/>
            </p:nvSpPr>
            <p:spPr>
              <a:xfrm>
                <a:off x="2697457" y="3968530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61" name="Google Shape;2261;p35"/>
              <p:cNvSpPr/>
              <p:nvPr/>
            </p:nvSpPr>
            <p:spPr>
              <a:xfrm>
                <a:off x="2697457" y="4163565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62" name="Google Shape;2262;p35"/>
              <p:cNvSpPr/>
              <p:nvPr/>
            </p:nvSpPr>
            <p:spPr>
              <a:xfrm>
                <a:off x="2892491" y="123804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0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63" name="Google Shape;2263;p35"/>
              <p:cNvSpPr/>
              <p:nvPr/>
            </p:nvSpPr>
            <p:spPr>
              <a:xfrm>
                <a:off x="2892491" y="1433078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64" name="Google Shape;2264;p35"/>
              <p:cNvSpPr/>
              <p:nvPr/>
            </p:nvSpPr>
            <p:spPr>
              <a:xfrm>
                <a:off x="2892491" y="162811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65" name="Google Shape;2265;p35"/>
              <p:cNvSpPr/>
              <p:nvPr/>
            </p:nvSpPr>
            <p:spPr>
              <a:xfrm>
                <a:off x="2892491" y="182314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66" name="Google Shape;2266;p35"/>
              <p:cNvSpPr/>
              <p:nvPr/>
            </p:nvSpPr>
            <p:spPr>
              <a:xfrm>
                <a:off x="2892491" y="201818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67" name="Google Shape;2267;p35"/>
              <p:cNvSpPr/>
              <p:nvPr/>
            </p:nvSpPr>
            <p:spPr>
              <a:xfrm>
                <a:off x="2892491" y="221321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68" name="Google Shape;2268;p35"/>
              <p:cNvSpPr/>
              <p:nvPr/>
            </p:nvSpPr>
            <p:spPr>
              <a:xfrm>
                <a:off x="2892491" y="240825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69" name="Google Shape;2269;p35"/>
              <p:cNvSpPr/>
              <p:nvPr/>
            </p:nvSpPr>
            <p:spPr>
              <a:xfrm>
                <a:off x="2892491" y="260328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70" name="Google Shape;2270;p35"/>
              <p:cNvSpPr/>
              <p:nvPr/>
            </p:nvSpPr>
            <p:spPr>
              <a:xfrm>
                <a:off x="2892491" y="279832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71" name="Google Shape;2271;p35"/>
              <p:cNvSpPr/>
              <p:nvPr/>
            </p:nvSpPr>
            <p:spPr>
              <a:xfrm>
                <a:off x="2892491" y="299335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72" name="Google Shape;2272;p35"/>
              <p:cNvSpPr/>
              <p:nvPr/>
            </p:nvSpPr>
            <p:spPr>
              <a:xfrm>
                <a:off x="2892491" y="318839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73" name="Google Shape;2273;p35"/>
              <p:cNvSpPr/>
              <p:nvPr/>
            </p:nvSpPr>
            <p:spPr>
              <a:xfrm>
                <a:off x="2892491" y="338342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74" name="Google Shape;2274;p35"/>
              <p:cNvSpPr/>
              <p:nvPr/>
            </p:nvSpPr>
            <p:spPr>
              <a:xfrm>
                <a:off x="2892491" y="357846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75" name="Google Shape;2275;p35"/>
              <p:cNvSpPr/>
              <p:nvPr/>
            </p:nvSpPr>
            <p:spPr>
              <a:xfrm>
                <a:off x="2892491" y="377349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76" name="Google Shape;2276;p35"/>
              <p:cNvSpPr/>
              <p:nvPr/>
            </p:nvSpPr>
            <p:spPr>
              <a:xfrm>
                <a:off x="2892491" y="3968530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77" name="Google Shape;2277;p35"/>
              <p:cNvSpPr/>
              <p:nvPr/>
            </p:nvSpPr>
            <p:spPr>
              <a:xfrm>
                <a:off x="2892491" y="4163565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78" name="Google Shape;2278;p35"/>
              <p:cNvSpPr/>
              <p:nvPr/>
            </p:nvSpPr>
            <p:spPr>
              <a:xfrm>
                <a:off x="3087526" y="123804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0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79" name="Google Shape;2279;p35"/>
              <p:cNvSpPr/>
              <p:nvPr/>
            </p:nvSpPr>
            <p:spPr>
              <a:xfrm>
                <a:off x="3087526" y="1433078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80" name="Google Shape;2280;p35"/>
              <p:cNvSpPr/>
              <p:nvPr/>
            </p:nvSpPr>
            <p:spPr>
              <a:xfrm>
                <a:off x="3087526" y="162811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81" name="Google Shape;2281;p35"/>
              <p:cNvSpPr/>
              <p:nvPr/>
            </p:nvSpPr>
            <p:spPr>
              <a:xfrm>
                <a:off x="3087526" y="182314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82" name="Google Shape;2282;p35"/>
              <p:cNvSpPr/>
              <p:nvPr/>
            </p:nvSpPr>
            <p:spPr>
              <a:xfrm>
                <a:off x="3087526" y="201818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83" name="Google Shape;2283;p35"/>
              <p:cNvSpPr/>
              <p:nvPr/>
            </p:nvSpPr>
            <p:spPr>
              <a:xfrm>
                <a:off x="3087526" y="221321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84" name="Google Shape;2284;p35"/>
              <p:cNvSpPr/>
              <p:nvPr/>
            </p:nvSpPr>
            <p:spPr>
              <a:xfrm>
                <a:off x="3087526" y="240825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85" name="Google Shape;2285;p35"/>
              <p:cNvSpPr/>
              <p:nvPr/>
            </p:nvSpPr>
            <p:spPr>
              <a:xfrm>
                <a:off x="3087526" y="260328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86" name="Google Shape;2286;p35"/>
              <p:cNvSpPr/>
              <p:nvPr/>
            </p:nvSpPr>
            <p:spPr>
              <a:xfrm>
                <a:off x="3087526" y="279832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87" name="Google Shape;2287;p35"/>
              <p:cNvSpPr/>
              <p:nvPr/>
            </p:nvSpPr>
            <p:spPr>
              <a:xfrm>
                <a:off x="3087526" y="299335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88" name="Google Shape;2288;p35"/>
              <p:cNvSpPr/>
              <p:nvPr/>
            </p:nvSpPr>
            <p:spPr>
              <a:xfrm>
                <a:off x="3087526" y="318839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89" name="Google Shape;2289;p35"/>
              <p:cNvSpPr/>
              <p:nvPr/>
            </p:nvSpPr>
            <p:spPr>
              <a:xfrm>
                <a:off x="3087526" y="338342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90" name="Google Shape;2290;p35"/>
              <p:cNvSpPr/>
              <p:nvPr/>
            </p:nvSpPr>
            <p:spPr>
              <a:xfrm>
                <a:off x="3087526" y="357846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91" name="Google Shape;2291;p35"/>
              <p:cNvSpPr/>
              <p:nvPr/>
            </p:nvSpPr>
            <p:spPr>
              <a:xfrm>
                <a:off x="3087526" y="377349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92" name="Google Shape;2292;p35"/>
              <p:cNvSpPr/>
              <p:nvPr/>
            </p:nvSpPr>
            <p:spPr>
              <a:xfrm>
                <a:off x="3087526" y="3968530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93" name="Google Shape;2293;p35"/>
              <p:cNvSpPr/>
              <p:nvPr/>
            </p:nvSpPr>
            <p:spPr>
              <a:xfrm>
                <a:off x="3087526" y="4163565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94" name="Google Shape;2294;p35"/>
              <p:cNvSpPr/>
              <p:nvPr/>
            </p:nvSpPr>
            <p:spPr>
              <a:xfrm>
                <a:off x="3282561" y="123804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0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95" name="Google Shape;2295;p35"/>
              <p:cNvSpPr/>
              <p:nvPr/>
            </p:nvSpPr>
            <p:spPr>
              <a:xfrm>
                <a:off x="3282561" y="1433078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96" name="Google Shape;2296;p35"/>
              <p:cNvSpPr/>
              <p:nvPr/>
            </p:nvSpPr>
            <p:spPr>
              <a:xfrm>
                <a:off x="3282561" y="162811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97" name="Google Shape;2297;p35"/>
              <p:cNvSpPr/>
              <p:nvPr/>
            </p:nvSpPr>
            <p:spPr>
              <a:xfrm>
                <a:off x="3282561" y="182314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98" name="Google Shape;2298;p35"/>
              <p:cNvSpPr/>
              <p:nvPr/>
            </p:nvSpPr>
            <p:spPr>
              <a:xfrm>
                <a:off x="3282561" y="201818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99" name="Google Shape;2299;p35"/>
              <p:cNvSpPr/>
              <p:nvPr/>
            </p:nvSpPr>
            <p:spPr>
              <a:xfrm>
                <a:off x="3282561" y="221321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00" name="Google Shape;2300;p35"/>
              <p:cNvSpPr/>
              <p:nvPr/>
            </p:nvSpPr>
            <p:spPr>
              <a:xfrm>
                <a:off x="3282561" y="240825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01" name="Google Shape;2301;p35"/>
              <p:cNvSpPr/>
              <p:nvPr/>
            </p:nvSpPr>
            <p:spPr>
              <a:xfrm>
                <a:off x="3282561" y="260328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02" name="Google Shape;2302;p35"/>
              <p:cNvSpPr/>
              <p:nvPr/>
            </p:nvSpPr>
            <p:spPr>
              <a:xfrm>
                <a:off x="3282561" y="279832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03" name="Google Shape;2303;p35"/>
              <p:cNvSpPr/>
              <p:nvPr/>
            </p:nvSpPr>
            <p:spPr>
              <a:xfrm>
                <a:off x="3282561" y="299335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04" name="Google Shape;2304;p35"/>
              <p:cNvSpPr/>
              <p:nvPr/>
            </p:nvSpPr>
            <p:spPr>
              <a:xfrm>
                <a:off x="3282561" y="318839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05" name="Google Shape;2305;p35"/>
              <p:cNvSpPr/>
              <p:nvPr/>
            </p:nvSpPr>
            <p:spPr>
              <a:xfrm>
                <a:off x="3282561" y="338342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06" name="Google Shape;2306;p35"/>
              <p:cNvSpPr/>
              <p:nvPr/>
            </p:nvSpPr>
            <p:spPr>
              <a:xfrm>
                <a:off x="3282561" y="357846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07" name="Google Shape;2307;p35"/>
              <p:cNvSpPr/>
              <p:nvPr/>
            </p:nvSpPr>
            <p:spPr>
              <a:xfrm>
                <a:off x="3282561" y="377349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08" name="Google Shape;2308;p35"/>
              <p:cNvSpPr/>
              <p:nvPr/>
            </p:nvSpPr>
            <p:spPr>
              <a:xfrm>
                <a:off x="3282561" y="3968530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09" name="Google Shape;2309;p35"/>
              <p:cNvSpPr/>
              <p:nvPr/>
            </p:nvSpPr>
            <p:spPr>
              <a:xfrm>
                <a:off x="3282561" y="4163565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10" name="Google Shape;2310;p35"/>
              <p:cNvSpPr/>
              <p:nvPr/>
            </p:nvSpPr>
            <p:spPr>
              <a:xfrm>
                <a:off x="3477596" y="123804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0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11" name="Google Shape;2311;p35"/>
              <p:cNvSpPr/>
              <p:nvPr/>
            </p:nvSpPr>
            <p:spPr>
              <a:xfrm>
                <a:off x="3477596" y="1433078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12" name="Google Shape;2312;p35"/>
              <p:cNvSpPr/>
              <p:nvPr/>
            </p:nvSpPr>
            <p:spPr>
              <a:xfrm>
                <a:off x="3477596" y="162811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13" name="Google Shape;2313;p35"/>
              <p:cNvSpPr/>
              <p:nvPr/>
            </p:nvSpPr>
            <p:spPr>
              <a:xfrm>
                <a:off x="3477596" y="182314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14" name="Google Shape;2314;p35"/>
              <p:cNvSpPr/>
              <p:nvPr/>
            </p:nvSpPr>
            <p:spPr>
              <a:xfrm>
                <a:off x="3477596" y="201818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15" name="Google Shape;2315;p35"/>
              <p:cNvSpPr/>
              <p:nvPr/>
            </p:nvSpPr>
            <p:spPr>
              <a:xfrm>
                <a:off x="3477596" y="221321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16" name="Google Shape;2316;p35"/>
              <p:cNvSpPr/>
              <p:nvPr/>
            </p:nvSpPr>
            <p:spPr>
              <a:xfrm>
                <a:off x="3477596" y="240825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17" name="Google Shape;2317;p35"/>
              <p:cNvSpPr/>
              <p:nvPr/>
            </p:nvSpPr>
            <p:spPr>
              <a:xfrm>
                <a:off x="3477596" y="260328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18" name="Google Shape;2318;p35"/>
              <p:cNvSpPr/>
              <p:nvPr/>
            </p:nvSpPr>
            <p:spPr>
              <a:xfrm>
                <a:off x="3477596" y="279832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19" name="Google Shape;2319;p35"/>
              <p:cNvSpPr/>
              <p:nvPr/>
            </p:nvSpPr>
            <p:spPr>
              <a:xfrm>
                <a:off x="3477596" y="299335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20" name="Google Shape;2320;p35"/>
              <p:cNvSpPr/>
              <p:nvPr/>
            </p:nvSpPr>
            <p:spPr>
              <a:xfrm>
                <a:off x="3477596" y="318839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21" name="Google Shape;2321;p35"/>
              <p:cNvSpPr/>
              <p:nvPr/>
            </p:nvSpPr>
            <p:spPr>
              <a:xfrm>
                <a:off x="3477596" y="338342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22" name="Google Shape;2322;p35"/>
              <p:cNvSpPr/>
              <p:nvPr/>
            </p:nvSpPr>
            <p:spPr>
              <a:xfrm>
                <a:off x="3477596" y="357846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23" name="Google Shape;2323;p35"/>
              <p:cNvSpPr/>
              <p:nvPr/>
            </p:nvSpPr>
            <p:spPr>
              <a:xfrm>
                <a:off x="3477596" y="377349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24" name="Google Shape;2324;p35"/>
              <p:cNvSpPr/>
              <p:nvPr/>
            </p:nvSpPr>
            <p:spPr>
              <a:xfrm>
                <a:off x="3477596" y="3968530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25" name="Google Shape;2325;p35"/>
              <p:cNvSpPr/>
              <p:nvPr/>
            </p:nvSpPr>
            <p:spPr>
              <a:xfrm>
                <a:off x="3477596" y="4163565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26" name="Google Shape;2326;p35"/>
              <p:cNvSpPr/>
              <p:nvPr/>
            </p:nvSpPr>
            <p:spPr>
              <a:xfrm>
                <a:off x="3672631" y="123804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0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27" name="Google Shape;2327;p35"/>
              <p:cNvSpPr/>
              <p:nvPr/>
            </p:nvSpPr>
            <p:spPr>
              <a:xfrm>
                <a:off x="3672631" y="1433078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28" name="Google Shape;2328;p35"/>
              <p:cNvSpPr/>
              <p:nvPr/>
            </p:nvSpPr>
            <p:spPr>
              <a:xfrm>
                <a:off x="3672631" y="162811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29" name="Google Shape;2329;p35"/>
              <p:cNvSpPr/>
              <p:nvPr/>
            </p:nvSpPr>
            <p:spPr>
              <a:xfrm>
                <a:off x="3672631" y="182314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30" name="Google Shape;2330;p35"/>
              <p:cNvSpPr/>
              <p:nvPr/>
            </p:nvSpPr>
            <p:spPr>
              <a:xfrm>
                <a:off x="3672631" y="201818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31" name="Google Shape;2331;p35"/>
              <p:cNvSpPr/>
              <p:nvPr/>
            </p:nvSpPr>
            <p:spPr>
              <a:xfrm>
                <a:off x="3672631" y="221321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32" name="Google Shape;2332;p35"/>
              <p:cNvSpPr/>
              <p:nvPr/>
            </p:nvSpPr>
            <p:spPr>
              <a:xfrm>
                <a:off x="3672631" y="240825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33" name="Google Shape;2333;p35"/>
              <p:cNvSpPr/>
              <p:nvPr/>
            </p:nvSpPr>
            <p:spPr>
              <a:xfrm>
                <a:off x="3672631" y="260328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34" name="Google Shape;2334;p35"/>
              <p:cNvSpPr/>
              <p:nvPr/>
            </p:nvSpPr>
            <p:spPr>
              <a:xfrm>
                <a:off x="3672631" y="279832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35" name="Google Shape;2335;p35"/>
              <p:cNvSpPr/>
              <p:nvPr/>
            </p:nvSpPr>
            <p:spPr>
              <a:xfrm>
                <a:off x="3672631" y="299335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36" name="Google Shape;2336;p35"/>
              <p:cNvSpPr/>
              <p:nvPr/>
            </p:nvSpPr>
            <p:spPr>
              <a:xfrm>
                <a:off x="3672631" y="318839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37" name="Google Shape;2337;p35"/>
              <p:cNvSpPr/>
              <p:nvPr/>
            </p:nvSpPr>
            <p:spPr>
              <a:xfrm>
                <a:off x="3672631" y="338342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38" name="Google Shape;2338;p35"/>
              <p:cNvSpPr/>
              <p:nvPr/>
            </p:nvSpPr>
            <p:spPr>
              <a:xfrm>
                <a:off x="3672631" y="357846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39" name="Google Shape;2339;p35"/>
              <p:cNvSpPr/>
              <p:nvPr/>
            </p:nvSpPr>
            <p:spPr>
              <a:xfrm>
                <a:off x="3672631" y="377349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40" name="Google Shape;2340;p35"/>
              <p:cNvSpPr/>
              <p:nvPr/>
            </p:nvSpPr>
            <p:spPr>
              <a:xfrm>
                <a:off x="3672631" y="3968530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41" name="Google Shape;2341;p35"/>
              <p:cNvSpPr/>
              <p:nvPr/>
            </p:nvSpPr>
            <p:spPr>
              <a:xfrm>
                <a:off x="3672631" y="4163565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42" name="Google Shape;2342;p35"/>
              <p:cNvSpPr/>
              <p:nvPr/>
            </p:nvSpPr>
            <p:spPr>
              <a:xfrm>
                <a:off x="3867666" y="123804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0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43" name="Google Shape;2343;p35"/>
              <p:cNvSpPr/>
              <p:nvPr/>
            </p:nvSpPr>
            <p:spPr>
              <a:xfrm>
                <a:off x="3867666" y="1433078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44" name="Google Shape;2344;p35"/>
              <p:cNvSpPr/>
              <p:nvPr/>
            </p:nvSpPr>
            <p:spPr>
              <a:xfrm>
                <a:off x="3867666" y="162811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45" name="Google Shape;2345;p35"/>
              <p:cNvSpPr/>
              <p:nvPr/>
            </p:nvSpPr>
            <p:spPr>
              <a:xfrm>
                <a:off x="3867666" y="182314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46" name="Google Shape;2346;p35"/>
              <p:cNvSpPr/>
              <p:nvPr/>
            </p:nvSpPr>
            <p:spPr>
              <a:xfrm>
                <a:off x="3867666" y="201818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47" name="Google Shape;2347;p35"/>
              <p:cNvSpPr/>
              <p:nvPr/>
            </p:nvSpPr>
            <p:spPr>
              <a:xfrm>
                <a:off x="3867666" y="221321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48" name="Google Shape;2348;p35"/>
              <p:cNvSpPr/>
              <p:nvPr/>
            </p:nvSpPr>
            <p:spPr>
              <a:xfrm>
                <a:off x="3867666" y="240825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49" name="Google Shape;2349;p35"/>
              <p:cNvSpPr/>
              <p:nvPr/>
            </p:nvSpPr>
            <p:spPr>
              <a:xfrm>
                <a:off x="3867666" y="260328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50" name="Google Shape;2350;p35"/>
              <p:cNvSpPr/>
              <p:nvPr/>
            </p:nvSpPr>
            <p:spPr>
              <a:xfrm>
                <a:off x="3867666" y="279832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51" name="Google Shape;2351;p35"/>
              <p:cNvSpPr/>
              <p:nvPr/>
            </p:nvSpPr>
            <p:spPr>
              <a:xfrm>
                <a:off x="3867666" y="299335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52" name="Google Shape;2352;p35"/>
              <p:cNvSpPr/>
              <p:nvPr/>
            </p:nvSpPr>
            <p:spPr>
              <a:xfrm>
                <a:off x="3867666" y="318839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53" name="Google Shape;2353;p35"/>
              <p:cNvSpPr/>
              <p:nvPr/>
            </p:nvSpPr>
            <p:spPr>
              <a:xfrm>
                <a:off x="3867666" y="338342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54" name="Google Shape;2354;p35"/>
              <p:cNvSpPr/>
              <p:nvPr/>
            </p:nvSpPr>
            <p:spPr>
              <a:xfrm>
                <a:off x="3867666" y="357846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55" name="Google Shape;2355;p35"/>
              <p:cNvSpPr/>
              <p:nvPr/>
            </p:nvSpPr>
            <p:spPr>
              <a:xfrm>
                <a:off x="3867666" y="377349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56" name="Google Shape;2356;p35"/>
              <p:cNvSpPr/>
              <p:nvPr/>
            </p:nvSpPr>
            <p:spPr>
              <a:xfrm>
                <a:off x="3867666" y="3968530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57" name="Google Shape;2357;p35"/>
              <p:cNvSpPr/>
              <p:nvPr/>
            </p:nvSpPr>
            <p:spPr>
              <a:xfrm>
                <a:off x="3867666" y="4163565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58" name="Google Shape;2358;p35"/>
              <p:cNvSpPr/>
              <p:nvPr/>
            </p:nvSpPr>
            <p:spPr>
              <a:xfrm>
                <a:off x="4062700" y="123804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0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59" name="Google Shape;2359;p35"/>
              <p:cNvSpPr/>
              <p:nvPr/>
            </p:nvSpPr>
            <p:spPr>
              <a:xfrm>
                <a:off x="4062700" y="1433078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60" name="Google Shape;2360;p35"/>
              <p:cNvSpPr/>
              <p:nvPr/>
            </p:nvSpPr>
            <p:spPr>
              <a:xfrm>
                <a:off x="4062700" y="162811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61" name="Google Shape;2361;p35"/>
              <p:cNvSpPr/>
              <p:nvPr/>
            </p:nvSpPr>
            <p:spPr>
              <a:xfrm>
                <a:off x="4062700" y="182314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62" name="Google Shape;2362;p35"/>
              <p:cNvSpPr/>
              <p:nvPr/>
            </p:nvSpPr>
            <p:spPr>
              <a:xfrm>
                <a:off x="4062700" y="201818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63" name="Google Shape;2363;p35"/>
              <p:cNvSpPr/>
              <p:nvPr/>
            </p:nvSpPr>
            <p:spPr>
              <a:xfrm>
                <a:off x="4062700" y="221321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64" name="Google Shape;2364;p35"/>
              <p:cNvSpPr/>
              <p:nvPr/>
            </p:nvSpPr>
            <p:spPr>
              <a:xfrm>
                <a:off x="4062700" y="240825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65" name="Google Shape;2365;p35"/>
              <p:cNvSpPr/>
              <p:nvPr/>
            </p:nvSpPr>
            <p:spPr>
              <a:xfrm>
                <a:off x="4062700" y="260328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66" name="Google Shape;2366;p35"/>
              <p:cNvSpPr/>
              <p:nvPr/>
            </p:nvSpPr>
            <p:spPr>
              <a:xfrm>
                <a:off x="4062700" y="279832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67" name="Google Shape;2367;p35"/>
              <p:cNvSpPr/>
              <p:nvPr/>
            </p:nvSpPr>
            <p:spPr>
              <a:xfrm>
                <a:off x="4062700" y="299335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68" name="Google Shape;2368;p35"/>
              <p:cNvSpPr/>
              <p:nvPr/>
            </p:nvSpPr>
            <p:spPr>
              <a:xfrm>
                <a:off x="4062700" y="318839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69" name="Google Shape;2369;p35"/>
              <p:cNvSpPr/>
              <p:nvPr/>
            </p:nvSpPr>
            <p:spPr>
              <a:xfrm>
                <a:off x="4062700" y="338342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70" name="Google Shape;2370;p35"/>
              <p:cNvSpPr/>
              <p:nvPr/>
            </p:nvSpPr>
            <p:spPr>
              <a:xfrm>
                <a:off x="4062700" y="357846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71" name="Google Shape;2371;p35"/>
              <p:cNvSpPr/>
              <p:nvPr/>
            </p:nvSpPr>
            <p:spPr>
              <a:xfrm>
                <a:off x="4062700" y="377349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72" name="Google Shape;2372;p35"/>
              <p:cNvSpPr/>
              <p:nvPr/>
            </p:nvSpPr>
            <p:spPr>
              <a:xfrm>
                <a:off x="4062700" y="3968530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73" name="Google Shape;2373;p35"/>
              <p:cNvSpPr/>
              <p:nvPr/>
            </p:nvSpPr>
            <p:spPr>
              <a:xfrm>
                <a:off x="4062700" y="4163565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74" name="Google Shape;2374;p35"/>
              <p:cNvSpPr/>
              <p:nvPr/>
            </p:nvSpPr>
            <p:spPr>
              <a:xfrm>
                <a:off x="4257735" y="123804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0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75" name="Google Shape;2375;p35"/>
              <p:cNvSpPr/>
              <p:nvPr/>
            </p:nvSpPr>
            <p:spPr>
              <a:xfrm>
                <a:off x="4257735" y="1433078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76" name="Google Shape;2376;p35"/>
              <p:cNvSpPr/>
              <p:nvPr/>
            </p:nvSpPr>
            <p:spPr>
              <a:xfrm>
                <a:off x="4257735" y="162811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77" name="Google Shape;2377;p35"/>
              <p:cNvSpPr/>
              <p:nvPr/>
            </p:nvSpPr>
            <p:spPr>
              <a:xfrm>
                <a:off x="4257735" y="182314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78" name="Google Shape;2378;p35"/>
              <p:cNvSpPr/>
              <p:nvPr/>
            </p:nvSpPr>
            <p:spPr>
              <a:xfrm>
                <a:off x="4257735" y="201818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79" name="Google Shape;2379;p35"/>
              <p:cNvSpPr/>
              <p:nvPr/>
            </p:nvSpPr>
            <p:spPr>
              <a:xfrm>
                <a:off x="4257735" y="221321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80" name="Google Shape;2380;p35"/>
              <p:cNvSpPr/>
              <p:nvPr/>
            </p:nvSpPr>
            <p:spPr>
              <a:xfrm>
                <a:off x="4257735" y="240825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81" name="Google Shape;2381;p35"/>
              <p:cNvSpPr/>
              <p:nvPr/>
            </p:nvSpPr>
            <p:spPr>
              <a:xfrm>
                <a:off x="4257735" y="260328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82" name="Google Shape;2382;p35"/>
              <p:cNvSpPr/>
              <p:nvPr/>
            </p:nvSpPr>
            <p:spPr>
              <a:xfrm>
                <a:off x="4257735" y="279832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83" name="Google Shape;2383;p35"/>
              <p:cNvSpPr/>
              <p:nvPr/>
            </p:nvSpPr>
            <p:spPr>
              <a:xfrm>
                <a:off x="4257735" y="299335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84" name="Google Shape;2384;p35"/>
              <p:cNvSpPr/>
              <p:nvPr/>
            </p:nvSpPr>
            <p:spPr>
              <a:xfrm>
                <a:off x="4257735" y="318839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85" name="Google Shape;2385;p35"/>
              <p:cNvSpPr/>
              <p:nvPr/>
            </p:nvSpPr>
            <p:spPr>
              <a:xfrm>
                <a:off x="4257735" y="338342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86" name="Google Shape;2386;p35"/>
              <p:cNvSpPr/>
              <p:nvPr/>
            </p:nvSpPr>
            <p:spPr>
              <a:xfrm>
                <a:off x="4257735" y="357846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87" name="Google Shape;2387;p35"/>
              <p:cNvSpPr/>
              <p:nvPr/>
            </p:nvSpPr>
            <p:spPr>
              <a:xfrm>
                <a:off x="4257735" y="377349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88" name="Google Shape;2388;p35"/>
              <p:cNvSpPr/>
              <p:nvPr/>
            </p:nvSpPr>
            <p:spPr>
              <a:xfrm>
                <a:off x="4257735" y="3968530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89" name="Google Shape;2389;p35"/>
              <p:cNvSpPr/>
              <p:nvPr/>
            </p:nvSpPr>
            <p:spPr>
              <a:xfrm>
                <a:off x="4257735" y="4163565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90" name="Google Shape;2390;p35"/>
              <p:cNvSpPr/>
              <p:nvPr/>
            </p:nvSpPr>
            <p:spPr>
              <a:xfrm>
                <a:off x="4452770" y="123804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0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91" name="Google Shape;2391;p35"/>
              <p:cNvSpPr/>
              <p:nvPr/>
            </p:nvSpPr>
            <p:spPr>
              <a:xfrm>
                <a:off x="4452770" y="1433078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92" name="Google Shape;2392;p35"/>
              <p:cNvSpPr/>
              <p:nvPr/>
            </p:nvSpPr>
            <p:spPr>
              <a:xfrm>
                <a:off x="4452770" y="162811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93" name="Google Shape;2393;p35"/>
              <p:cNvSpPr/>
              <p:nvPr/>
            </p:nvSpPr>
            <p:spPr>
              <a:xfrm>
                <a:off x="4452770" y="182314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94" name="Google Shape;2394;p35"/>
              <p:cNvSpPr/>
              <p:nvPr/>
            </p:nvSpPr>
            <p:spPr>
              <a:xfrm>
                <a:off x="4452770" y="201818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95" name="Google Shape;2395;p35"/>
              <p:cNvSpPr/>
              <p:nvPr/>
            </p:nvSpPr>
            <p:spPr>
              <a:xfrm>
                <a:off x="4452770" y="221321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96" name="Google Shape;2396;p35"/>
              <p:cNvSpPr/>
              <p:nvPr/>
            </p:nvSpPr>
            <p:spPr>
              <a:xfrm>
                <a:off x="4452770" y="240825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97" name="Google Shape;2397;p35"/>
              <p:cNvSpPr/>
              <p:nvPr/>
            </p:nvSpPr>
            <p:spPr>
              <a:xfrm>
                <a:off x="4452770" y="260328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98" name="Google Shape;2398;p35"/>
              <p:cNvSpPr/>
              <p:nvPr/>
            </p:nvSpPr>
            <p:spPr>
              <a:xfrm>
                <a:off x="4452770" y="279832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99" name="Google Shape;2399;p35"/>
              <p:cNvSpPr/>
              <p:nvPr/>
            </p:nvSpPr>
            <p:spPr>
              <a:xfrm>
                <a:off x="4452770" y="299335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00" name="Google Shape;2400;p35"/>
              <p:cNvSpPr/>
              <p:nvPr/>
            </p:nvSpPr>
            <p:spPr>
              <a:xfrm>
                <a:off x="4452770" y="318839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01" name="Google Shape;2401;p35"/>
              <p:cNvSpPr/>
              <p:nvPr/>
            </p:nvSpPr>
            <p:spPr>
              <a:xfrm>
                <a:off x="4452770" y="338342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02" name="Google Shape;2402;p35"/>
              <p:cNvSpPr/>
              <p:nvPr/>
            </p:nvSpPr>
            <p:spPr>
              <a:xfrm>
                <a:off x="4452770" y="357846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03" name="Google Shape;2403;p35"/>
              <p:cNvSpPr/>
              <p:nvPr/>
            </p:nvSpPr>
            <p:spPr>
              <a:xfrm>
                <a:off x="4452770" y="377349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04" name="Google Shape;2404;p35"/>
              <p:cNvSpPr/>
              <p:nvPr/>
            </p:nvSpPr>
            <p:spPr>
              <a:xfrm>
                <a:off x="4452770" y="3968530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05" name="Google Shape;2405;p35"/>
              <p:cNvSpPr/>
              <p:nvPr/>
            </p:nvSpPr>
            <p:spPr>
              <a:xfrm>
                <a:off x="4452770" y="4163565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06" name="Google Shape;2406;p35"/>
              <p:cNvSpPr/>
              <p:nvPr/>
            </p:nvSpPr>
            <p:spPr>
              <a:xfrm>
                <a:off x="4647805" y="123804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0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07" name="Google Shape;2407;p35"/>
              <p:cNvSpPr/>
              <p:nvPr/>
            </p:nvSpPr>
            <p:spPr>
              <a:xfrm>
                <a:off x="4647805" y="1433078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08" name="Google Shape;2408;p35"/>
              <p:cNvSpPr/>
              <p:nvPr/>
            </p:nvSpPr>
            <p:spPr>
              <a:xfrm>
                <a:off x="4647805" y="162811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09" name="Google Shape;2409;p35"/>
              <p:cNvSpPr/>
              <p:nvPr/>
            </p:nvSpPr>
            <p:spPr>
              <a:xfrm>
                <a:off x="4647805" y="182314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10" name="Google Shape;2410;p35"/>
              <p:cNvSpPr/>
              <p:nvPr/>
            </p:nvSpPr>
            <p:spPr>
              <a:xfrm>
                <a:off x="4647805" y="201818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11" name="Google Shape;2411;p35"/>
              <p:cNvSpPr/>
              <p:nvPr/>
            </p:nvSpPr>
            <p:spPr>
              <a:xfrm>
                <a:off x="4647805" y="221321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12" name="Google Shape;2412;p35"/>
              <p:cNvSpPr/>
              <p:nvPr/>
            </p:nvSpPr>
            <p:spPr>
              <a:xfrm>
                <a:off x="4647805" y="240825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13" name="Google Shape;2413;p35"/>
              <p:cNvSpPr/>
              <p:nvPr/>
            </p:nvSpPr>
            <p:spPr>
              <a:xfrm>
                <a:off x="4647805" y="260328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14" name="Google Shape;2414;p35"/>
              <p:cNvSpPr/>
              <p:nvPr/>
            </p:nvSpPr>
            <p:spPr>
              <a:xfrm>
                <a:off x="4647805" y="279832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15" name="Google Shape;2415;p35"/>
              <p:cNvSpPr/>
              <p:nvPr/>
            </p:nvSpPr>
            <p:spPr>
              <a:xfrm>
                <a:off x="4647805" y="299335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16" name="Google Shape;2416;p35"/>
              <p:cNvSpPr/>
              <p:nvPr/>
            </p:nvSpPr>
            <p:spPr>
              <a:xfrm>
                <a:off x="4647805" y="318839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17" name="Google Shape;2417;p35"/>
              <p:cNvSpPr/>
              <p:nvPr/>
            </p:nvSpPr>
            <p:spPr>
              <a:xfrm>
                <a:off x="4647805" y="338342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18" name="Google Shape;2418;p35"/>
              <p:cNvSpPr/>
              <p:nvPr/>
            </p:nvSpPr>
            <p:spPr>
              <a:xfrm>
                <a:off x="4647805" y="357846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19" name="Google Shape;2419;p35"/>
              <p:cNvSpPr/>
              <p:nvPr/>
            </p:nvSpPr>
            <p:spPr>
              <a:xfrm>
                <a:off x="4647805" y="377349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20" name="Google Shape;2420;p35"/>
              <p:cNvSpPr/>
              <p:nvPr/>
            </p:nvSpPr>
            <p:spPr>
              <a:xfrm>
                <a:off x="4647805" y="3968530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21" name="Google Shape;2421;p35"/>
              <p:cNvSpPr/>
              <p:nvPr/>
            </p:nvSpPr>
            <p:spPr>
              <a:xfrm>
                <a:off x="4647805" y="4163565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22" name="Google Shape;2422;p35"/>
              <p:cNvSpPr/>
              <p:nvPr/>
            </p:nvSpPr>
            <p:spPr>
              <a:xfrm>
                <a:off x="4842840" y="123804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0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23" name="Google Shape;2423;p35"/>
              <p:cNvSpPr/>
              <p:nvPr/>
            </p:nvSpPr>
            <p:spPr>
              <a:xfrm>
                <a:off x="4842840" y="1433078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24" name="Google Shape;2424;p35"/>
              <p:cNvSpPr/>
              <p:nvPr/>
            </p:nvSpPr>
            <p:spPr>
              <a:xfrm>
                <a:off x="4842840" y="1628113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25" name="Google Shape;2425;p35"/>
              <p:cNvSpPr/>
              <p:nvPr/>
            </p:nvSpPr>
            <p:spPr>
              <a:xfrm>
                <a:off x="4842840" y="182314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26" name="Google Shape;2426;p35"/>
              <p:cNvSpPr/>
              <p:nvPr/>
            </p:nvSpPr>
            <p:spPr>
              <a:xfrm>
                <a:off x="4842840" y="201818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27" name="Google Shape;2427;p35"/>
              <p:cNvSpPr/>
              <p:nvPr/>
            </p:nvSpPr>
            <p:spPr>
              <a:xfrm>
                <a:off x="4842840" y="221321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28" name="Google Shape;2428;p35"/>
              <p:cNvSpPr/>
              <p:nvPr/>
            </p:nvSpPr>
            <p:spPr>
              <a:xfrm>
                <a:off x="4842840" y="2408252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29" name="Google Shape;2429;p35"/>
              <p:cNvSpPr/>
              <p:nvPr/>
            </p:nvSpPr>
            <p:spPr>
              <a:xfrm>
                <a:off x="4842840" y="2603287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30" name="Google Shape;2430;p35"/>
              <p:cNvSpPr/>
              <p:nvPr/>
            </p:nvSpPr>
            <p:spPr>
              <a:xfrm>
                <a:off x="4842840" y="279832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31" name="Google Shape;2431;p35"/>
              <p:cNvSpPr/>
              <p:nvPr/>
            </p:nvSpPr>
            <p:spPr>
              <a:xfrm>
                <a:off x="4842840" y="299335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32" name="Google Shape;2432;p35"/>
              <p:cNvSpPr/>
              <p:nvPr/>
            </p:nvSpPr>
            <p:spPr>
              <a:xfrm>
                <a:off x="4842840" y="318839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33" name="Google Shape;2433;p35"/>
              <p:cNvSpPr/>
              <p:nvPr/>
            </p:nvSpPr>
            <p:spPr>
              <a:xfrm>
                <a:off x="4842840" y="338342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34" name="Google Shape;2434;p35"/>
              <p:cNvSpPr/>
              <p:nvPr/>
            </p:nvSpPr>
            <p:spPr>
              <a:xfrm>
                <a:off x="4842840" y="3578461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35" name="Google Shape;2435;p35"/>
              <p:cNvSpPr/>
              <p:nvPr/>
            </p:nvSpPr>
            <p:spPr>
              <a:xfrm>
                <a:off x="4842840" y="3773496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36" name="Google Shape;2436;p35"/>
              <p:cNvSpPr/>
              <p:nvPr/>
            </p:nvSpPr>
            <p:spPr>
              <a:xfrm>
                <a:off x="4842840" y="3968530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37" name="Google Shape;2437;p35"/>
              <p:cNvSpPr/>
              <p:nvPr/>
            </p:nvSpPr>
            <p:spPr>
              <a:xfrm>
                <a:off x="4842840" y="4163565"/>
                <a:ext cx="10500" cy="105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38" name="Google Shape;2438;p35"/>
              <p:cNvSpPr txBox="1"/>
              <p:nvPr/>
            </p:nvSpPr>
            <p:spPr>
              <a:xfrm>
                <a:off x="443485" y="1259468"/>
                <a:ext cx="4539600" cy="28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7025" lIns="27025" spcFirstLastPara="1" rIns="27025" wrap="square" tIns="270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200" u="none" cap="none" strike="noStrike">
                    <a:solidFill>
                      <a:srgbClr val="171B23"/>
                    </a:solidFill>
                    <a:latin typeface="Inter"/>
                    <a:ea typeface="Inter"/>
                    <a:cs typeface="Inter"/>
                    <a:sym typeface="Inter"/>
                  </a:rPr>
                  <a:t>Top Product Categories by Revenue</a:t>
                </a:r>
                <a:endParaRPr b="1" sz="1200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39" name="Google Shape;2439;p35"/>
              <p:cNvSpPr txBox="1"/>
              <p:nvPr/>
            </p:nvSpPr>
            <p:spPr>
              <a:xfrm>
                <a:off x="443485" y="1729637"/>
                <a:ext cx="1743000" cy="21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7025" lIns="27025" spcFirstLastPara="1" rIns="27025" wrap="square" tIns="270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833" u="none" cap="none" strike="noStrike">
                    <a:solidFill>
                      <a:srgbClr val="171B23"/>
                    </a:solidFill>
                    <a:latin typeface="Inter"/>
                    <a:ea typeface="Inter"/>
                    <a:cs typeface="Inter"/>
                    <a:sym typeface="Inter"/>
                  </a:rPr>
                  <a:t>Health &amp; Beauty</a:t>
                </a:r>
                <a:endParaRPr b="1" sz="833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40" name="Google Shape;2440;p35"/>
              <p:cNvSpPr/>
              <p:nvPr/>
            </p:nvSpPr>
            <p:spPr>
              <a:xfrm>
                <a:off x="2202565" y="1753956"/>
                <a:ext cx="2026500" cy="145800"/>
              </a:xfrm>
              <a:prstGeom prst="rect">
                <a:avLst/>
              </a:prstGeom>
              <a:solidFill>
                <a:srgbClr val="2F68F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41" name="Google Shape;2441;p35"/>
              <p:cNvSpPr txBox="1"/>
              <p:nvPr/>
            </p:nvSpPr>
            <p:spPr>
              <a:xfrm>
                <a:off x="4310217" y="1729637"/>
                <a:ext cx="689100" cy="21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7025" lIns="27025" spcFirstLastPara="1" rIns="27025" wrap="square" tIns="27025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833" u="none" cap="none" strike="noStrike">
                    <a:solidFill>
                      <a:srgbClr val="171B23"/>
                    </a:solidFill>
                    <a:latin typeface="Inter"/>
                    <a:ea typeface="Inter"/>
                    <a:cs typeface="Inter"/>
                    <a:sym typeface="Inter"/>
                  </a:rPr>
                  <a:t>R$1.44M</a:t>
                </a:r>
                <a:endParaRPr b="1" sz="833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42" name="Google Shape;2442;p35"/>
              <p:cNvSpPr txBox="1"/>
              <p:nvPr/>
            </p:nvSpPr>
            <p:spPr>
              <a:xfrm>
                <a:off x="443485" y="2143061"/>
                <a:ext cx="1743000" cy="21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7025" lIns="27025" spcFirstLastPara="1" rIns="27025" wrap="square" tIns="270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833" u="none" cap="none" strike="noStrike">
                    <a:solidFill>
                      <a:srgbClr val="171B23"/>
                    </a:solidFill>
                    <a:latin typeface="Inter"/>
                    <a:ea typeface="Inter"/>
                    <a:cs typeface="Inter"/>
                    <a:sym typeface="Inter"/>
                  </a:rPr>
                  <a:t>Watches &amp; Gifts</a:t>
                </a:r>
                <a:endParaRPr b="1" sz="833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43" name="Google Shape;2443;p35"/>
              <p:cNvSpPr/>
              <p:nvPr/>
            </p:nvSpPr>
            <p:spPr>
              <a:xfrm>
                <a:off x="2202565" y="2167380"/>
                <a:ext cx="1835700" cy="145800"/>
              </a:xfrm>
              <a:prstGeom prst="rect">
                <a:avLst/>
              </a:prstGeom>
              <a:solidFill>
                <a:srgbClr val="2F68F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44" name="Google Shape;2444;p35"/>
              <p:cNvSpPr txBox="1"/>
              <p:nvPr/>
            </p:nvSpPr>
            <p:spPr>
              <a:xfrm>
                <a:off x="4310217" y="2143061"/>
                <a:ext cx="689100" cy="21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7025" lIns="27025" spcFirstLastPara="1" rIns="27025" wrap="square" tIns="27025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833" u="none" cap="none" strike="noStrike">
                    <a:solidFill>
                      <a:srgbClr val="171B23"/>
                    </a:solidFill>
                    <a:latin typeface="Inter"/>
                    <a:ea typeface="Inter"/>
                    <a:cs typeface="Inter"/>
                    <a:sym typeface="Inter"/>
                  </a:rPr>
                  <a:t>R$1.31M</a:t>
                </a:r>
                <a:endParaRPr b="1" sz="833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45" name="Google Shape;2445;p35"/>
              <p:cNvSpPr txBox="1"/>
              <p:nvPr/>
            </p:nvSpPr>
            <p:spPr>
              <a:xfrm>
                <a:off x="443485" y="2556485"/>
                <a:ext cx="1743000" cy="21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7025" lIns="27025" spcFirstLastPara="1" rIns="27025" wrap="square" tIns="270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833" u="none" cap="none" strike="noStrike">
                    <a:solidFill>
                      <a:srgbClr val="171B23"/>
                    </a:solidFill>
                    <a:latin typeface="Inter"/>
                    <a:ea typeface="Inter"/>
                    <a:cs typeface="Inter"/>
                    <a:sym typeface="Inter"/>
                  </a:rPr>
                  <a:t>Bed, Bath &amp; Table</a:t>
                </a:r>
                <a:endParaRPr b="1" sz="833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46" name="Google Shape;2446;p35"/>
              <p:cNvSpPr/>
              <p:nvPr/>
            </p:nvSpPr>
            <p:spPr>
              <a:xfrm>
                <a:off x="2202565" y="2580804"/>
                <a:ext cx="1746000" cy="145800"/>
              </a:xfrm>
              <a:prstGeom prst="rect">
                <a:avLst/>
              </a:prstGeom>
              <a:solidFill>
                <a:srgbClr val="2F68F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47" name="Google Shape;2447;p35"/>
              <p:cNvSpPr txBox="1"/>
              <p:nvPr/>
            </p:nvSpPr>
            <p:spPr>
              <a:xfrm>
                <a:off x="4310217" y="2556485"/>
                <a:ext cx="689100" cy="21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7025" lIns="27025" spcFirstLastPara="1" rIns="27025" wrap="square" tIns="27025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833" u="none" cap="none" strike="noStrike">
                    <a:solidFill>
                      <a:srgbClr val="171B23"/>
                    </a:solidFill>
                    <a:latin typeface="Inter"/>
                    <a:ea typeface="Inter"/>
                    <a:cs typeface="Inter"/>
                    <a:sym typeface="Inter"/>
                  </a:rPr>
                  <a:t>R$1.24M</a:t>
                </a:r>
                <a:endParaRPr b="1" sz="833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48" name="Google Shape;2448;p35"/>
              <p:cNvSpPr txBox="1"/>
              <p:nvPr/>
            </p:nvSpPr>
            <p:spPr>
              <a:xfrm>
                <a:off x="443485" y="2969910"/>
                <a:ext cx="1743000" cy="21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7025" lIns="27025" spcFirstLastPara="1" rIns="27025" wrap="square" tIns="270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833" u="none" cap="none" strike="noStrike">
                    <a:solidFill>
                      <a:srgbClr val="171B23"/>
                    </a:solidFill>
                    <a:latin typeface="Inter"/>
                    <a:ea typeface="Inter"/>
                    <a:cs typeface="Inter"/>
                    <a:sym typeface="Inter"/>
                  </a:rPr>
                  <a:t>Sports &amp; Leisure</a:t>
                </a:r>
                <a:endParaRPr b="1" sz="833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49" name="Google Shape;2449;p35"/>
              <p:cNvSpPr/>
              <p:nvPr/>
            </p:nvSpPr>
            <p:spPr>
              <a:xfrm>
                <a:off x="2202565" y="2994229"/>
                <a:ext cx="1626300" cy="145800"/>
              </a:xfrm>
              <a:prstGeom prst="rect">
                <a:avLst/>
              </a:prstGeom>
              <a:solidFill>
                <a:srgbClr val="2F68F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50" name="Google Shape;2450;p35"/>
              <p:cNvSpPr txBox="1"/>
              <p:nvPr/>
            </p:nvSpPr>
            <p:spPr>
              <a:xfrm>
                <a:off x="4310217" y="2969910"/>
                <a:ext cx="689100" cy="21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7025" lIns="27025" spcFirstLastPara="1" rIns="27025" wrap="square" tIns="27025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833" u="none" cap="none" strike="noStrike">
                    <a:solidFill>
                      <a:srgbClr val="171B23"/>
                    </a:solidFill>
                    <a:latin typeface="Inter"/>
                    <a:ea typeface="Inter"/>
                    <a:cs typeface="Inter"/>
                    <a:sym typeface="Inter"/>
                  </a:rPr>
                  <a:t>R$1.16M</a:t>
                </a:r>
                <a:endParaRPr b="1" sz="833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51" name="Google Shape;2451;p35"/>
              <p:cNvSpPr txBox="1"/>
              <p:nvPr/>
            </p:nvSpPr>
            <p:spPr>
              <a:xfrm>
                <a:off x="443485" y="3383334"/>
                <a:ext cx="1743000" cy="21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7025" lIns="27025" spcFirstLastPara="1" rIns="27025" wrap="square" tIns="270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833" u="none" cap="none" strike="noStrike">
                    <a:solidFill>
                      <a:srgbClr val="171B23"/>
                    </a:solidFill>
                    <a:latin typeface="Inter"/>
                    <a:ea typeface="Inter"/>
                    <a:cs typeface="Inter"/>
                    <a:sym typeface="Inter"/>
                  </a:rPr>
                  <a:t>Computers &amp; Accessories</a:t>
                </a:r>
                <a:endParaRPr b="1" sz="833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52" name="Google Shape;2452;p35"/>
              <p:cNvSpPr/>
              <p:nvPr/>
            </p:nvSpPr>
            <p:spPr>
              <a:xfrm>
                <a:off x="2202565" y="3407653"/>
                <a:ext cx="1489500" cy="145800"/>
              </a:xfrm>
              <a:prstGeom prst="rect">
                <a:avLst/>
              </a:prstGeom>
              <a:solidFill>
                <a:srgbClr val="2F68F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53" name="Google Shape;2453;p35"/>
              <p:cNvSpPr txBox="1"/>
              <p:nvPr/>
            </p:nvSpPr>
            <p:spPr>
              <a:xfrm>
                <a:off x="4310217" y="3383334"/>
                <a:ext cx="689100" cy="21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7025" lIns="27025" spcFirstLastPara="1" rIns="27025" wrap="square" tIns="27025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833" u="none" cap="none" strike="noStrike">
                    <a:solidFill>
                      <a:srgbClr val="171B23"/>
                    </a:solidFill>
                    <a:latin typeface="Inter"/>
                    <a:ea typeface="Inter"/>
                    <a:cs typeface="Inter"/>
                    <a:sym typeface="Inter"/>
                  </a:rPr>
                  <a:t>R$1.06M</a:t>
                </a:r>
                <a:endParaRPr b="1" sz="833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54" name="Google Shape;2454;p35"/>
              <p:cNvSpPr txBox="1"/>
              <p:nvPr/>
            </p:nvSpPr>
            <p:spPr>
              <a:xfrm>
                <a:off x="443485" y="3796758"/>
                <a:ext cx="1743000" cy="21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7025" lIns="27025" spcFirstLastPara="1" rIns="27025" wrap="square" tIns="270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833" u="none" cap="none" strike="noStrike">
                    <a:solidFill>
                      <a:srgbClr val="171B23"/>
                    </a:solidFill>
                    <a:latin typeface="Inter"/>
                    <a:ea typeface="Inter"/>
                    <a:cs typeface="Inter"/>
                    <a:sym typeface="Inter"/>
                  </a:rPr>
                  <a:t>Furniture &amp; Décor</a:t>
                </a:r>
                <a:endParaRPr b="1" sz="833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55" name="Google Shape;2455;p35"/>
              <p:cNvSpPr/>
              <p:nvPr/>
            </p:nvSpPr>
            <p:spPr>
              <a:xfrm>
                <a:off x="2202565" y="3821077"/>
                <a:ext cx="1269000" cy="145800"/>
              </a:xfrm>
              <a:prstGeom prst="rect">
                <a:avLst/>
              </a:prstGeom>
              <a:solidFill>
                <a:srgbClr val="2F68F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56" name="Google Shape;2456;p35"/>
              <p:cNvSpPr txBox="1"/>
              <p:nvPr/>
            </p:nvSpPr>
            <p:spPr>
              <a:xfrm>
                <a:off x="4310217" y="3796758"/>
                <a:ext cx="689100" cy="21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7025" lIns="27025" spcFirstLastPara="1" rIns="27025" wrap="square" tIns="27025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833" u="none" cap="none" strike="noStrike">
                    <a:solidFill>
                      <a:srgbClr val="171B23"/>
                    </a:solidFill>
                    <a:latin typeface="Inter"/>
                    <a:ea typeface="Inter"/>
                    <a:cs typeface="Inter"/>
                    <a:sym typeface="Inter"/>
                  </a:rPr>
                  <a:t>R$0.90M</a:t>
                </a:r>
                <a:endParaRPr b="1" sz="833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57" name="Google Shape;2457;p35"/>
              <p:cNvSpPr txBox="1"/>
              <p:nvPr/>
            </p:nvSpPr>
            <p:spPr>
              <a:xfrm>
                <a:off x="443485" y="4210182"/>
                <a:ext cx="1743000" cy="21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7025" lIns="27025" spcFirstLastPara="1" rIns="27025" wrap="square" tIns="270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833" u="none" cap="none" strike="noStrike">
                    <a:solidFill>
                      <a:srgbClr val="171B23"/>
                    </a:solidFill>
                    <a:latin typeface="Inter"/>
                    <a:ea typeface="Inter"/>
                    <a:cs typeface="Inter"/>
                    <a:sym typeface="Inter"/>
                  </a:rPr>
                  <a:t>Housewares</a:t>
                </a:r>
                <a:endParaRPr b="1" sz="833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58" name="Google Shape;2458;p35"/>
              <p:cNvSpPr/>
              <p:nvPr/>
            </p:nvSpPr>
            <p:spPr>
              <a:xfrm>
                <a:off x="2202565" y="4234501"/>
                <a:ext cx="1094400" cy="145800"/>
              </a:xfrm>
              <a:prstGeom prst="rect">
                <a:avLst/>
              </a:prstGeom>
              <a:solidFill>
                <a:srgbClr val="2F68F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59" name="Google Shape;2459;p35"/>
              <p:cNvSpPr txBox="1"/>
              <p:nvPr/>
            </p:nvSpPr>
            <p:spPr>
              <a:xfrm>
                <a:off x="4318561" y="4210182"/>
                <a:ext cx="689100" cy="21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7025" lIns="27025" spcFirstLastPara="1" rIns="27025" wrap="square" tIns="27025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833" u="none" cap="none" strike="noStrike">
                    <a:solidFill>
                      <a:srgbClr val="171B23"/>
                    </a:solidFill>
                    <a:latin typeface="Inter"/>
                    <a:ea typeface="Inter"/>
                    <a:cs typeface="Inter"/>
                    <a:sym typeface="Inter"/>
                  </a:rPr>
                  <a:t>R$0.78M</a:t>
                </a:r>
                <a:endParaRPr b="1" sz="833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60" name="Google Shape;2460;p35"/>
              <p:cNvSpPr txBox="1"/>
              <p:nvPr/>
            </p:nvSpPr>
            <p:spPr>
              <a:xfrm>
                <a:off x="443485" y="4623606"/>
                <a:ext cx="1743000" cy="21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7025" lIns="27025" spcFirstLastPara="1" rIns="27025" wrap="square" tIns="270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833" u="none" cap="none" strike="noStrike">
                    <a:solidFill>
                      <a:srgbClr val="171B23"/>
                    </a:solidFill>
                    <a:latin typeface="Inter"/>
                    <a:ea typeface="Inter"/>
                    <a:cs typeface="Inter"/>
                    <a:sym typeface="Inter"/>
                  </a:rPr>
                  <a:t>Cool Stuff</a:t>
                </a:r>
                <a:endParaRPr b="1" sz="833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61" name="Google Shape;2461;p35"/>
              <p:cNvSpPr/>
              <p:nvPr/>
            </p:nvSpPr>
            <p:spPr>
              <a:xfrm>
                <a:off x="2202565" y="4647925"/>
                <a:ext cx="1011600" cy="145800"/>
              </a:xfrm>
              <a:prstGeom prst="rect">
                <a:avLst/>
              </a:prstGeom>
              <a:solidFill>
                <a:srgbClr val="2F68FF"/>
              </a:solidFill>
              <a:ln>
                <a:noFill/>
              </a:ln>
              <a:effectLst>
                <a:outerShdw blurRad="29551" rotWithShape="0" dir="5400000" dist="1699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3775" lIns="67550" spcFirstLastPara="1" rIns="67550" wrap="square" tIns="33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833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62" name="Google Shape;2462;p35"/>
              <p:cNvSpPr txBox="1"/>
              <p:nvPr/>
            </p:nvSpPr>
            <p:spPr>
              <a:xfrm>
                <a:off x="4310217" y="4623606"/>
                <a:ext cx="689100" cy="21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7025" lIns="27025" spcFirstLastPara="1" rIns="27025" wrap="square" tIns="27025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833" u="none" cap="none" strike="noStrike">
                    <a:solidFill>
                      <a:srgbClr val="171B23"/>
                    </a:solidFill>
                    <a:latin typeface="Inter"/>
                    <a:ea typeface="Inter"/>
                    <a:cs typeface="Inter"/>
                    <a:sym typeface="Inter"/>
                  </a:rPr>
                  <a:t>R$0.72M</a:t>
                </a:r>
                <a:endParaRPr b="1" sz="833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463" name="Google Shape;2463;p35"/>
          <p:cNvGrpSpPr/>
          <p:nvPr/>
        </p:nvGrpSpPr>
        <p:grpSpPr>
          <a:xfrm>
            <a:off x="4698906" y="1183505"/>
            <a:ext cx="4024171" cy="3321763"/>
            <a:chOff x="4702725" y="1452500"/>
            <a:chExt cx="4441200" cy="3666000"/>
          </a:xfrm>
        </p:grpSpPr>
        <p:sp>
          <p:nvSpPr>
            <p:cNvPr id="2464" name="Google Shape;2464;p35"/>
            <p:cNvSpPr/>
            <p:nvPr/>
          </p:nvSpPr>
          <p:spPr>
            <a:xfrm>
              <a:off x="4702725" y="1452500"/>
              <a:ext cx="4441200" cy="3666000"/>
            </a:xfrm>
            <a:prstGeom prst="roundRect">
              <a:avLst>
                <a:gd fmla="val 10414" name="adj"/>
              </a:avLst>
            </a:prstGeom>
            <a:solidFill>
              <a:srgbClr val="FFFFFF"/>
            </a:solidFill>
            <a:ln cap="flat" cmpd="sng" w="7450">
              <a:solidFill>
                <a:srgbClr val="D2D7D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9327" rotWithShape="0" dir="5400000" dist="16863">
                <a:srgbClr val="000000">
                  <a:alpha val="34900"/>
                </a:srgbClr>
              </a:outerShdw>
            </a:effectLst>
          </p:spPr>
          <p:txBody>
            <a:bodyPr anchorCtr="0" anchor="ctr" bIns="33525" lIns="67025" spcFirstLastPara="1" rIns="67025" wrap="square" tIns="33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827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465" name="Google Shape;2465;p35"/>
            <p:cNvGrpSpPr/>
            <p:nvPr/>
          </p:nvGrpSpPr>
          <p:grpSpPr>
            <a:xfrm>
              <a:off x="4895412" y="1608968"/>
              <a:ext cx="4055827" cy="3353063"/>
              <a:chOff x="6364224" y="1320000"/>
              <a:chExt cx="4937700" cy="4071228"/>
            </a:xfrm>
          </p:grpSpPr>
          <p:sp>
            <p:nvSpPr>
              <p:cNvPr id="2466" name="Google Shape;2466;p35"/>
              <p:cNvSpPr/>
              <p:nvPr/>
            </p:nvSpPr>
            <p:spPr>
              <a:xfrm>
                <a:off x="6510000" y="13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67" name="Google Shape;2467;p35"/>
              <p:cNvSpPr/>
              <p:nvPr/>
            </p:nvSpPr>
            <p:spPr>
              <a:xfrm>
                <a:off x="6510000" y="154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68" name="Google Shape;2468;p35"/>
              <p:cNvSpPr/>
              <p:nvPr/>
            </p:nvSpPr>
            <p:spPr>
              <a:xfrm>
                <a:off x="6510000" y="176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69" name="Google Shape;2469;p35"/>
              <p:cNvSpPr/>
              <p:nvPr/>
            </p:nvSpPr>
            <p:spPr>
              <a:xfrm>
                <a:off x="6510000" y="198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70" name="Google Shape;2470;p35"/>
              <p:cNvSpPr/>
              <p:nvPr/>
            </p:nvSpPr>
            <p:spPr>
              <a:xfrm>
                <a:off x="6510000" y="220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71" name="Google Shape;2471;p35"/>
              <p:cNvSpPr/>
              <p:nvPr/>
            </p:nvSpPr>
            <p:spPr>
              <a:xfrm>
                <a:off x="6510000" y="24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72" name="Google Shape;2472;p35"/>
              <p:cNvSpPr/>
              <p:nvPr/>
            </p:nvSpPr>
            <p:spPr>
              <a:xfrm>
                <a:off x="6510000" y="264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73" name="Google Shape;2473;p35"/>
              <p:cNvSpPr/>
              <p:nvPr/>
            </p:nvSpPr>
            <p:spPr>
              <a:xfrm>
                <a:off x="6510000" y="286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74" name="Google Shape;2474;p35"/>
              <p:cNvSpPr/>
              <p:nvPr/>
            </p:nvSpPr>
            <p:spPr>
              <a:xfrm>
                <a:off x="6510000" y="308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75" name="Google Shape;2475;p35"/>
              <p:cNvSpPr/>
              <p:nvPr/>
            </p:nvSpPr>
            <p:spPr>
              <a:xfrm>
                <a:off x="6510000" y="330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76" name="Google Shape;2476;p35"/>
              <p:cNvSpPr/>
              <p:nvPr/>
            </p:nvSpPr>
            <p:spPr>
              <a:xfrm>
                <a:off x="6510000" y="35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77" name="Google Shape;2477;p35"/>
              <p:cNvSpPr/>
              <p:nvPr/>
            </p:nvSpPr>
            <p:spPr>
              <a:xfrm>
                <a:off x="6510000" y="374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78" name="Google Shape;2478;p35"/>
              <p:cNvSpPr/>
              <p:nvPr/>
            </p:nvSpPr>
            <p:spPr>
              <a:xfrm>
                <a:off x="6510000" y="396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79" name="Google Shape;2479;p35"/>
              <p:cNvSpPr/>
              <p:nvPr/>
            </p:nvSpPr>
            <p:spPr>
              <a:xfrm>
                <a:off x="6510000" y="418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80" name="Google Shape;2480;p35"/>
              <p:cNvSpPr/>
              <p:nvPr/>
            </p:nvSpPr>
            <p:spPr>
              <a:xfrm>
                <a:off x="6510000" y="440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81" name="Google Shape;2481;p35"/>
              <p:cNvSpPr/>
              <p:nvPr/>
            </p:nvSpPr>
            <p:spPr>
              <a:xfrm>
                <a:off x="6510000" y="46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82" name="Google Shape;2482;p35"/>
              <p:cNvSpPr/>
              <p:nvPr/>
            </p:nvSpPr>
            <p:spPr>
              <a:xfrm>
                <a:off x="6730000" y="13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83" name="Google Shape;2483;p35"/>
              <p:cNvSpPr/>
              <p:nvPr/>
            </p:nvSpPr>
            <p:spPr>
              <a:xfrm>
                <a:off x="6730000" y="154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84" name="Google Shape;2484;p35"/>
              <p:cNvSpPr/>
              <p:nvPr/>
            </p:nvSpPr>
            <p:spPr>
              <a:xfrm>
                <a:off x="6730000" y="176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85" name="Google Shape;2485;p35"/>
              <p:cNvSpPr/>
              <p:nvPr/>
            </p:nvSpPr>
            <p:spPr>
              <a:xfrm>
                <a:off x="6730000" y="198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86" name="Google Shape;2486;p35"/>
              <p:cNvSpPr/>
              <p:nvPr/>
            </p:nvSpPr>
            <p:spPr>
              <a:xfrm>
                <a:off x="6730000" y="220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87" name="Google Shape;2487;p35"/>
              <p:cNvSpPr/>
              <p:nvPr/>
            </p:nvSpPr>
            <p:spPr>
              <a:xfrm>
                <a:off x="6730000" y="24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88" name="Google Shape;2488;p35"/>
              <p:cNvSpPr/>
              <p:nvPr/>
            </p:nvSpPr>
            <p:spPr>
              <a:xfrm>
                <a:off x="6730000" y="264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89" name="Google Shape;2489;p35"/>
              <p:cNvSpPr/>
              <p:nvPr/>
            </p:nvSpPr>
            <p:spPr>
              <a:xfrm>
                <a:off x="6730000" y="286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90" name="Google Shape;2490;p35"/>
              <p:cNvSpPr/>
              <p:nvPr/>
            </p:nvSpPr>
            <p:spPr>
              <a:xfrm>
                <a:off x="6730000" y="308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91" name="Google Shape;2491;p35"/>
              <p:cNvSpPr/>
              <p:nvPr/>
            </p:nvSpPr>
            <p:spPr>
              <a:xfrm>
                <a:off x="6730000" y="330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92" name="Google Shape;2492;p35"/>
              <p:cNvSpPr/>
              <p:nvPr/>
            </p:nvSpPr>
            <p:spPr>
              <a:xfrm>
                <a:off x="6730000" y="35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93" name="Google Shape;2493;p35"/>
              <p:cNvSpPr/>
              <p:nvPr/>
            </p:nvSpPr>
            <p:spPr>
              <a:xfrm>
                <a:off x="6730000" y="374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94" name="Google Shape;2494;p35"/>
              <p:cNvSpPr/>
              <p:nvPr/>
            </p:nvSpPr>
            <p:spPr>
              <a:xfrm>
                <a:off x="6730000" y="396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95" name="Google Shape;2495;p35"/>
              <p:cNvSpPr/>
              <p:nvPr/>
            </p:nvSpPr>
            <p:spPr>
              <a:xfrm>
                <a:off x="6730000" y="418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96" name="Google Shape;2496;p35"/>
              <p:cNvSpPr/>
              <p:nvPr/>
            </p:nvSpPr>
            <p:spPr>
              <a:xfrm>
                <a:off x="6730000" y="440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97" name="Google Shape;2497;p35"/>
              <p:cNvSpPr/>
              <p:nvPr/>
            </p:nvSpPr>
            <p:spPr>
              <a:xfrm>
                <a:off x="6730000" y="46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98" name="Google Shape;2498;p35"/>
              <p:cNvSpPr/>
              <p:nvPr/>
            </p:nvSpPr>
            <p:spPr>
              <a:xfrm>
                <a:off x="6950000" y="13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99" name="Google Shape;2499;p35"/>
              <p:cNvSpPr/>
              <p:nvPr/>
            </p:nvSpPr>
            <p:spPr>
              <a:xfrm>
                <a:off x="6950000" y="154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00" name="Google Shape;2500;p35"/>
              <p:cNvSpPr/>
              <p:nvPr/>
            </p:nvSpPr>
            <p:spPr>
              <a:xfrm>
                <a:off x="6950000" y="176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01" name="Google Shape;2501;p35"/>
              <p:cNvSpPr/>
              <p:nvPr/>
            </p:nvSpPr>
            <p:spPr>
              <a:xfrm>
                <a:off x="6950000" y="198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02" name="Google Shape;2502;p35"/>
              <p:cNvSpPr/>
              <p:nvPr/>
            </p:nvSpPr>
            <p:spPr>
              <a:xfrm>
                <a:off x="6950000" y="220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03" name="Google Shape;2503;p35"/>
              <p:cNvSpPr/>
              <p:nvPr/>
            </p:nvSpPr>
            <p:spPr>
              <a:xfrm>
                <a:off x="6950000" y="24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04" name="Google Shape;2504;p35"/>
              <p:cNvSpPr/>
              <p:nvPr/>
            </p:nvSpPr>
            <p:spPr>
              <a:xfrm>
                <a:off x="6950000" y="264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05" name="Google Shape;2505;p35"/>
              <p:cNvSpPr/>
              <p:nvPr/>
            </p:nvSpPr>
            <p:spPr>
              <a:xfrm>
                <a:off x="6950000" y="286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06" name="Google Shape;2506;p35"/>
              <p:cNvSpPr/>
              <p:nvPr/>
            </p:nvSpPr>
            <p:spPr>
              <a:xfrm>
                <a:off x="6950000" y="308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07" name="Google Shape;2507;p35"/>
              <p:cNvSpPr/>
              <p:nvPr/>
            </p:nvSpPr>
            <p:spPr>
              <a:xfrm>
                <a:off x="6950000" y="330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08" name="Google Shape;2508;p35"/>
              <p:cNvSpPr/>
              <p:nvPr/>
            </p:nvSpPr>
            <p:spPr>
              <a:xfrm>
                <a:off x="6950000" y="35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09" name="Google Shape;2509;p35"/>
              <p:cNvSpPr/>
              <p:nvPr/>
            </p:nvSpPr>
            <p:spPr>
              <a:xfrm>
                <a:off x="6950000" y="374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10" name="Google Shape;2510;p35"/>
              <p:cNvSpPr/>
              <p:nvPr/>
            </p:nvSpPr>
            <p:spPr>
              <a:xfrm>
                <a:off x="6950000" y="396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11" name="Google Shape;2511;p35"/>
              <p:cNvSpPr/>
              <p:nvPr/>
            </p:nvSpPr>
            <p:spPr>
              <a:xfrm>
                <a:off x="6950000" y="418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12" name="Google Shape;2512;p35"/>
              <p:cNvSpPr/>
              <p:nvPr/>
            </p:nvSpPr>
            <p:spPr>
              <a:xfrm>
                <a:off x="6950000" y="440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13" name="Google Shape;2513;p35"/>
              <p:cNvSpPr/>
              <p:nvPr/>
            </p:nvSpPr>
            <p:spPr>
              <a:xfrm>
                <a:off x="6950000" y="46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14" name="Google Shape;2514;p35"/>
              <p:cNvSpPr/>
              <p:nvPr/>
            </p:nvSpPr>
            <p:spPr>
              <a:xfrm>
                <a:off x="7170000" y="13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15" name="Google Shape;2515;p35"/>
              <p:cNvSpPr/>
              <p:nvPr/>
            </p:nvSpPr>
            <p:spPr>
              <a:xfrm>
                <a:off x="7170000" y="154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16" name="Google Shape;2516;p35"/>
              <p:cNvSpPr/>
              <p:nvPr/>
            </p:nvSpPr>
            <p:spPr>
              <a:xfrm>
                <a:off x="7170000" y="176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17" name="Google Shape;2517;p35"/>
              <p:cNvSpPr/>
              <p:nvPr/>
            </p:nvSpPr>
            <p:spPr>
              <a:xfrm>
                <a:off x="7170000" y="198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18" name="Google Shape;2518;p35"/>
              <p:cNvSpPr/>
              <p:nvPr/>
            </p:nvSpPr>
            <p:spPr>
              <a:xfrm>
                <a:off x="7170000" y="220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19" name="Google Shape;2519;p35"/>
              <p:cNvSpPr/>
              <p:nvPr/>
            </p:nvSpPr>
            <p:spPr>
              <a:xfrm>
                <a:off x="7170000" y="24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20" name="Google Shape;2520;p35"/>
              <p:cNvSpPr/>
              <p:nvPr/>
            </p:nvSpPr>
            <p:spPr>
              <a:xfrm>
                <a:off x="7170000" y="264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21" name="Google Shape;2521;p35"/>
              <p:cNvSpPr/>
              <p:nvPr/>
            </p:nvSpPr>
            <p:spPr>
              <a:xfrm>
                <a:off x="7170000" y="286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22" name="Google Shape;2522;p35"/>
              <p:cNvSpPr/>
              <p:nvPr/>
            </p:nvSpPr>
            <p:spPr>
              <a:xfrm>
                <a:off x="7170000" y="308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23" name="Google Shape;2523;p35"/>
              <p:cNvSpPr/>
              <p:nvPr/>
            </p:nvSpPr>
            <p:spPr>
              <a:xfrm>
                <a:off x="7170000" y="330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24" name="Google Shape;2524;p35"/>
              <p:cNvSpPr/>
              <p:nvPr/>
            </p:nvSpPr>
            <p:spPr>
              <a:xfrm>
                <a:off x="7170000" y="35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25" name="Google Shape;2525;p35"/>
              <p:cNvSpPr/>
              <p:nvPr/>
            </p:nvSpPr>
            <p:spPr>
              <a:xfrm>
                <a:off x="7170000" y="374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26" name="Google Shape;2526;p35"/>
              <p:cNvSpPr/>
              <p:nvPr/>
            </p:nvSpPr>
            <p:spPr>
              <a:xfrm>
                <a:off x="7170000" y="396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27" name="Google Shape;2527;p35"/>
              <p:cNvSpPr/>
              <p:nvPr/>
            </p:nvSpPr>
            <p:spPr>
              <a:xfrm>
                <a:off x="7170000" y="418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28" name="Google Shape;2528;p35"/>
              <p:cNvSpPr/>
              <p:nvPr/>
            </p:nvSpPr>
            <p:spPr>
              <a:xfrm>
                <a:off x="7170000" y="440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29" name="Google Shape;2529;p35"/>
              <p:cNvSpPr/>
              <p:nvPr/>
            </p:nvSpPr>
            <p:spPr>
              <a:xfrm>
                <a:off x="7170000" y="46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30" name="Google Shape;2530;p35"/>
              <p:cNvSpPr/>
              <p:nvPr/>
            </p:nvSpPr>
            <p:spPr>
              <a:xfrm>
                <a:off x="7390000" y="13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31" name="Google Shape;2531;p35"/>
              <p:cNvSpPr/>
              <p:nvPr/>
            </p:nvSpPr>
            <p:spPr>
              <a:xfrm>
                <a:off x="7390000" y="154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32" name="Google Shape;2532;p35"/>
              <p:cNvSpPr/>
              <p:nvPr/>
            </p:nvSpPr>
            <p:spPr>
              <a:xfrm>
                <a:off x="7390000" y="176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33" name="Google Shape;2533;p35"/>
              <p:cNvSpPr/>
              <p:nvPr/>
            </p:nvSpPr>
            <p:spPr>
              <a:xfrm>
                <a:off x="7390000" y="198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34" name="Google Shape;2534;p35"/>
              <p:cNvSpPr/>
              <p:nvPr/>
            </p:nvSpPr>
            <p:spPr>
              <a:xfrm>
                <a:off x="7390000" y="220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35" name="Google Shape;2535;p35"/>
              <p:cNvSpPr/>
              <p:nvPr/>
            </p:nvSpPr>
            <p:spPr>
              <a:xfrm>
                <a:off x="7390000" y="24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36" name="Google Shape;2536;p35"/>
              <p:cNvSpPr/>
              <p:nvPr/>
            </p:nvSpPr>
            <p:spPr>
              <a:xfrm>
                <a:off x="7390000" y="264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37" name="Google Shape;2537;p35"/>
              <p:cNvSpPr/>
              <p:nvPr/>
            </p:nvSpPr>
            <p:spPr>
              <a:xfrm>
                <a:off x="7390000" y="286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38" name="Google Shape;2538;p35"/>
              <p:cNvSpPr/>
              <p:nvPr/>
            </p:nvSpPr>
            <p:spPr>
              <a:xfrm>
                <a:off x="7390000" y="308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39" name="Google Shape;2539;p35"/>
              <p:cNvSpPr/>
              <p:nvPr/>
            </p:nvSpPr>
            <p:spPr>
              <a:xfrm>
                <a:off x="7390000" y="330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40" name="Google Shape;2540;p35"/>
              <p:cNvSpPr/>
              <p:nvPr/>
            </p:nvSpPr>
            <p:spPr>
              <a:xfrm>
                <a:off x="7390000" y="35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41" name="Google Shape;2541;p35"/>
              <p:cNvSpPr/>
              <p:nvPr/>
            </p:nvSpPr>
            <p:spPr>
              <a:xfrm>
                <a:off x="7390000" y="374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42" name="Google Shape;2542;p35"/>
              <p:cNvSpPr/>
              <p:nvPr/>
            </p:nvSpPr>
            <p:spPr>
              <a:xfrm>
                <a:off x="7390000" y="396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43" name="Google Shape;2543;p35"/>
              <p:cNvSpPr/>
              <p:nvPr/>
            </p:nvSpPr>
            <p:spPr>
              <a:xfrm>
                <a:off x="7390000" y="418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44" name="Google Shape;2544;p35"/>
              <p:cNvSpPr/>
              <p:nvPr/>
            </p:nvSpPr>
            <p:spPr>
              <a:xfrm>
                <a:off x="7390000" y="440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45" name="Google Shape;2545;p35"/>
              <p:cNvSpPr/>
              <p:nvPr/>
            </p:nvSpPr>
            <p:spPr>
              <a:xfrm>
                <a:off x="7390000" y="46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46" name="Google Shape;2546;p35"/>
              <p:cNvSpPr/>
              <p:nvPr/>
            </p:nvSpPr>
            <p:spPr>
              <a:xfrm>
                <a:off x="7610000" y="13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47" name="Google Shape;2547;p35"/>
              <p:cNvSpPr/>
              <p:nvPr/>
            </p:nvSpPr>
            <p:spPr>
              <a:xfrm>
                <a:off x="7610000" y="154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48" name="Google Shape;2548;p35"/>
              <p:cNvSpPr/>
              <p:nvPr/>
            </p:nvSpPr>
            <p:spPr>
              <a:xfrm>
                <a:off x="7610000" y="176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49" name="Google Shape;2549;p35"/>
              <p:cNvSpPr/>
              <p:nvPr/>
            </p:nvSpPr>
            <p:spPr>
              <a:xfrm>
                <a:off x="7610000" y="198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50" name="Google Shape;2550;p35"/>
              <p:cNvSpPr/>
              <p:nvPr/>
            </p:nvSpPr>
            <p:spPr>
              <a:xfrm>
                <a:off x="7610000" y="220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51" name="Google Shape;2551;p35"/>
              <p:cNvSpPr/>
              <p:nvPr/>
            </p:nvSpPr>
            <p:spPr>
              <a:xfrm>
                <a:off x="7610000" y="24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52" name="Google Shape;2552;p35"/>
              <p:cNvSpPr/>
              <p:nvPr/>
            </p:nvSpPr>
            <p:spPr>
              <a:xfrm>
                <a:off x="7610000" y="264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53" name="Google Shape;2553;p35"/>
              <p:cNvSpPr/>
              <p:nvPr/>
            </p:nvSpPr>
            <p:spPr>
              <a:xfrm>
                <a:off x="7610000" y="286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54" name="Google Shape;2554;p35"/>
              <p:cNvSpPr/>
              <p:nvPr/>
            </p:nvSpPr>
            <p:spPr>
              <a:xfrm>
                <a:off x="7610000" y="308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55" name="Google Shape;2555;p35"/>
              <p:cNvSpPr/>
              <p:nvPr/>
            </p:nvSpPr>
            <p:spPr>
              <a:xfrm>
                <a:off x="7610000" y="330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56" name="Google Shape;2556;p35"/>
              <p:cNvSpPr/>
              <p:nvPr/>
            </p:nvSpPr>
            <p:spPr>
              <a:xfrm>
                <a:off x="7610000" y="35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57" name="Google Shape;2557;p35"/>
              <p:cNvSpPr/>
              <p:nvPr/>
            </p:nvSpPr>
            <p:spPr>
              <a:xfrm>
                <a:off x="7610000" y="374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58" name="Google Shape;2558;p35"/>
              <p:cNvSpPr/>
              <p:nvPr/>
            </p:nvSpPr>
            <p:spPr>
              <a:xfrm>
                <a:off x="7610000" y="396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59" name="Google Shape;2559;p35"/>
              <p:cNvSpPr/>
              <p:nvPr/>
            </p:nvSpPr>
            <p:spPr>
              <a:xfrm>
                <a:off x="7610000" y="418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60" name="Google Shape;2560;p35"/>
              <p:cNvSpPr/>
              <p:nvPr/>
            </p:nvSpPr>
            <p:spPr>
              <a:xfrm>
                <a:off x="7610000" y="440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61" name="Google Shape;2561;p35"/>
              <p:cNvSpPr/>
              <p:nvPr/>
            </p:nvSpPr>
            <p:spPr>
              <a:xfrm>
                <a:off x="7610000" y="46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62" name="Google Shape;2562;p35"/>
              <p:cNvSpPr/>
              <p:nvPr/>
            </p:nvSpPr>
            <p:spPr>
              <a:xfrm>
                <a:off x="7830000" y="13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63" name="Google Shape;2563;p35"/>
              <p:cNvSpPr/>
              <p:nvPr/>
            </p:nvSpPr>
            <p:spPr>
              <a:xfrm>
                <a:off x="7830000" y="154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64" name="Google Shape;2564;p35"/>
              <p:cNvSpPr/>
              <p:nvPr/>
            </p:nvSpPr>
            <p:spPr>
              <a:xfrm>
                <a:off x="7830000" y="176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65" name="Google Shape;2565;p35"/>
              <p:cNvSpPr/>
              <p:nvPr/>
            </p:nvSpPr>
            <p:spPr>
              <a:xfrm>
                <a:off x="7830000" y="198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66" name="Google Shape;2566;p35"/>
              <p:cNvSpPr/>
              <p:nvPr/>
            </p:nvSpPr>
            <p:spPr>
              <a:xfrm>
                <a:off x="7830000" y="220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67" name="Google Shape;2567;p35"/>
              <p:cNvSpPr/>
              <p:nvPr/>
            </p:nvSpPr>
            <p:spPr>
              <a:xfrm>
                <a:off x="7830000" y="24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68" name="Google Shape;2568;p35"/>
              <p:cNvSpPr/>
              <p:nvPr/>
            </p:nvSpPr>
            <p:spPr>
              <a:xfrm>
                <a:off x="7830000" y="264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69" name="Google Shape;2569;p35"/>
              <p:cNvSpPr/>
              <p:nvPr/>
            </p:nvSpPr>
            <p:spPr>
              <a:xfrm>
                <a:off x="7830000" y="286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70" name="Google Shape;2570;p35"/>
              <p:cNvSpPr/>
              <p:nvPr/>
            </p:nvSpPr>
            <p:spPr>
              <a:xfrm>
                <a:off x="7830000" y="308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71" name="Google Shape;2571;p35"/>
              <p:cNvSpPr/>
              <p:nvPr/>
            </p:nvSpPr>
            <p:spPr>
              <a:xfrm>
                <a:off x="7830000" y="330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72" name="Google Shape;2572;p35"/>
              <p:cNvSpPr/>
              <p:nvPr/>
            </p:nvSpPr>
            <p:spPr>
              <a:xfrm>
                <a:off x="7830000" y="35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73" name="Google Shape;2573;p35"/>
              <p:cNvSpPr/>
              <p:nvPr/>
            </p:nvSpPr>
            <p:spPr>
              <a:xfrm>
                <a:off x="7830000" y="374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74" name="Google Shape;2574;p35"/>
              <p:cNvSpPr/>
              <p:nvPr/>
            </p:nvSpPr>
            <p:spPr>
              <a:xfrm>
                <a:off x="7830000" y="396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75" name="Google Shape;2575;p35"/>
              <p:cNvSpPr/>
              <p:nvPr/>
            </p:nvSpPr>
            <p:spPr>
              <a:xfrm>
                <a:off x="7830000" y="418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76" name="Google Shape;2576;p35"/>
              <p:cNvSpPr/>
              <p:nvPr/>
            </p:nvSpPr>
            <p:spPr>
              <a:xfrm>
                <a:off x="7830000" y="440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77" name="Google Shape;2577;p35"/>
              <p:cNvSpPr/>
              <p:nvPr/>
            </p:nvSpPr>
            <p:spPr>
              <a:xfrm>
                <a:off x="7830000" y="46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78" name="Google Shape;2578;p35"/>
              <p:cNvSpPr/>
              <p:nvPr/>
            </p:nvSpPr>
            <p:spPr>
              <a:xfrm>
                <a:off x="8050000" y="13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79" name="Google Shape;2579;p35"/>
              <p:cNvSpPr/>
              <p:nvPr/>
            </p:nvSpPr>
            <p:spPr>
              <a:xfrm>
                <a:off x="8050000" y="154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80" name="Google Shape;2580;p35"/>
              <p:cNvSpPr/>
              <p:nvPr/>
            </p:nvSpPr>
            <p:spPr>
              <a:xfrm>
                <a:off x="8050000" y="176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81" name="Google Shape;2581;p35"/>
              <p:cNvSpPr/>
              <p:nvPr/>
            </p:nvSpPr>
            <p:spPr>
              <a:xfrm>
                <a:off x="8050000" y="198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82" name="Google Shape;2582;p35"/>
              <p:cNvSpPr/>
              <p:nvPr/>
            </p:nvSpPr>
            <p:spPr>
              <a:xfrm>
                <a:off x="8050000" y="220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83" name="Google Shape;2583;p35"/>
              <p:cNvSpPr/>
              <p:nvPr/>
            </p:nvSpPr>
            <p:spPr>
              <a:xfrm>
                <a:off x="8050000" y="24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84" name="Google Shape;2584;p35"/>
              <p:cNvSpPr/>
              <p:nvPr/>
            </p:nvSpPr>
            <p:spPr>
              <a:xfrm>
                <a:off x="8050000" y="264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85" name="Google Shape;2585;p35"/>
              <p:cNvSpPr/>
              <p:nvPr/>
            </p:nvSpPr>
            <p:spPr>
              <a:xfrm>
                <a:off x="8050000" y="286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86" name="Google Shape;2586;p35"/>
              <p:cNvSpPr/>
              <p:nvPr/>
            </p:nvSpPr>
            <p:spPr>
              <a:xfrm>
                <a:off x="8050000" y="308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87" name="Google Shape;2587;p35"/>
              <p:cNvSpPr/>
              <p:nvPr/>
            </p:nvSpPr>
            <p:spPr>
              <a:xfrm>
                <a:off x="8050000" y="330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88" name="Google Shape;2588;p35"/>
              <p:cNvSpPr/>
              <p:nvPr/>
            </p:nvSpPr>
            <p:spPr>
              <a:xfrm>
                <a:off x="8050000" y="35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89" name="Google Shape;2589;p35"/>
              <p:cNvSpPr/>
              <p:nvPr/>
            </p:nvSpPr>
            <p:spPr>
              <a:xfrm>
                <a:off x="8050000" y="374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90" name="Google Shape;2590;p35"/>
              <p:cNvSpPr/>
              <p:nvPr/>
            </p:nvSpPr>
            <p:spPr>
              <a:xfrm>
                <a:off x="8050000" y="396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91" name="Google Shape;2591;p35"/>
              <p:cNvSpPr/>
              <p:nvPr/>
            </p:nvSpPr>
            <p:spPr>
              <a:xfrm>
                <a:off x="8050000" y="418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92" name="Google Shape;2592;p35"/>
              <p:cNvSpPr/>
              <p:nvPr/>
            </p:nvSpPr>
            <p:spPr>
              <a:xfrm>
                <a:off x="8050000" y="440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93" name="Google Shape;2593;p35"/>
              <p:cNvSpPr/>
              <p:nvPr/>
            </p:nvSpPr>
            <p:spPr>
              <a:xfrm>
                <a:off x="8050000" y="46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94" name="Google Shape;2594;p35"/>
              <p:cNvSpPr/>
              <p:nvPr/>
            </p:nvSpPr>
            <p:spPr>
              <a:xfrm>
                <a:off x="8270000" y="13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95" name="Google Shape;2595;p35"/>
              <p:cNvSpPr/>
              <p:nvPr/>
            </p:nvSpPr>
            <p:spPr>
              <a:xfrm>
                <a:off x="8270000" y="154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96" name="Google Shape;2596;p35"/>
              <p:cNvSpPr/>
              <p:nvPr/>
            </p:nvSpPr>
            <p:spPr>
              <a:xfrm>
                <a:off x="8270000" y="176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97" name="Google Shape;2597;p35"/>
              <p:cNvSpPr/>
              <p:nvPr/>
            </p:nvSpPr>
            <p:spPr>
              <a:xfrm>
                <a:off x="8270000" y="198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98" name="Google Shape;2598;p35"/>
              <p:cNvSpPr/>
              <p:nvPr/>
            </p:nvSpPr>
            <p:spPr>
              <a:xfrm>
                <a:off x="8270000" y="220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99" name="Google Shape;2599;p35"/>
              <p:cNvSpPr/>
              <p:nvPr/>
            </p:nvSpPr>
            <p:spPr>
              <a:xfrm>
                <a:off x="8270000" y="24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00" name="Google Shape;2600;p35"/>
              <p:cNvSpPr/>
              <p:nvPr/>
            </p:nvSpPr>
            <p:spPr>
              <a:xfrm>
                <a:off x="8270000" y="264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01" name="Google Shape;2601;p35"/>
              <p:cNvSpPr/>
              <p:nvPr/>
            </p:nvSpPr>
            <p:spPr>
              <a:xfrm>
                <a:off x="8270000" y="286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02" name="Google Shape;2602;p35"/>
              <p:cNvSpPr/>
              <p:nvPr/>
            </p:nvSpPr>
            <p:spPr>
              <a:xfrm>
                <a:off x="8270000" y="308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03" name="Google Shape;2603;p35"/>
              <p:cNvSpPr/>
              <p:nvPr/>
            </p:nvSpPr>
            <p:spPr>
              <a:xfrm>
                <a:off x="8270000" y="330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04" name="Google Shape;2604;p35"/>
              <p:cNvSpPr/>
              <p:nvPr/>
            </p:nvSpPr>
            <p:spPr>
              <a:xfrm>
                <a:off x="8270000" y="35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05" name="Google Shape;2605;p35"/>
              <p:cNvSpPr/>
              <p:nvPr/>
            </p:nvSpPr>
            <p:spPr>
              <a:xfrm>
                <a:off x="8270000" y="374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06" name="Google Shape;2606;p35"/>
              <p:cNvSpPr/>
              <p:nvPr/>
            </p:nvSpPr>
            <p:spPr>
              <a:xfrm>
                <a:off x="8270000" y="396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07" name="Google Shape;2607;p35"/>
              <p:cNvSpPr/>
              <p:nvPr/>
            </p:nvSpPr>
            <p:spPr>
              <a:xfrm>
                <a:off x="8270000" y="418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08" name="Google Shape;2608;p35"/>
              <p:cNvSpPr/>
              <p:nvPr/>
            </p:nvSpPr>
            <p:spPr>
              <a:xfrm>
                <a:off x="8270000" y="440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09" name="Google Shape;2609;p35"/>
              <p:cNvSpPr/>
              <p:nvPr/>
            </p:nvSpPr>
            <p:spPr>
              <a:xfrm>
                <a:off x="8270000" y="46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10" name="Google Shape;2610;p35"/>
              <p:cNvSpPr/>
              <p:nvPr/>
            </p:nvSpPr>
            <p:spPr>
              <a:xfrm>
                <a:off x="8490000" y="13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11" name="Google Shape;2611;p35"/>
              <p:cNvSpPr/>
              <p:nvPr/>
            </p:nvSpPr>
            <p:spPr>
              <a:xfrm>
                <a:off x="8490000" y="154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12" name="Google Shape;2612;p35"/>
              <p:cNvSpPr/>
              <p:nvPr/>
            </p:nvSpPr>
            <p:spPr>
              <a:xfrm>
                <a:off x="8490000" y="176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13" name="Google Shape;2613;p35"/>
              <p:cNvSpPr/>
              <p:nvPr/>
            </p:nvSpPr>
            <p:spPr>
              <a:xfrm>
                <a:off x="8490000" y="198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14" name="Google Shape;2614;p35"/>
              <p:cNvSpPr/>
              <p:nvPr/>
            </p:nvSpPr>
            <p:spPr>
              <a:xfrm>
                <a:off x="8490000" y="220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15" name="Google Shape;2615;p35"/>
              <p:cNvSpPr/>
              <p:nvPr/>
            </p:nvSpPr>
            <p:spPr>
              <a:xfrm>
                <a:off x="8490000" y="24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16" name="Google Shape;2616;p35"/>
              <p:cNvSpPr/>
              <p:nvPr/>
            </p:nvSpPr>
            <p:spPr>
              <a:xfrm>
                <a:off x="8490000" y="264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17" name="Google Shape;2617;p35"/>
              <p:cNvSpPr/>
              <p:nvPr/>
            </p:nvSpPr>
            <p:spPr>
              <a:xfrm>
                <a:off x="8490000" y="286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18" name="Google Shape;2618;p35"/>
              <p:cNvSpPr/>
              <p:nvPr/>
            </p:nvSpPr>
            <p:spPr>
              <a:xfrm>
                <a:off x="8490000" y="308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19" name="Google Shape;2619;p35"/>
              <p:cNvSpPr/>
              <p:nvPr/>
            </p:nvSpPr>
            <p:spPr>
              <a:xfrm>
                <a:off x="8490000" y="330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20" name="Google Shape;2620;p35"/>
              <p:cNvSpPr/>
              <p:nvPr/>
            </p:nvSpPr>
            <p:spPr>
              <a:xfrm>
                <a:off x="8490000" y="35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21" name="Google Shape;2621;p35"/>
              <p:cNvSpPr/>
              <p:nvPr/>
            </p:nvSpPr>
            <p:spPr>
              <a:xfrm>
                <a:off x="8490000" y="374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22" name="Google Shape;2622;p35"/>
              <p:cNvSpPr/>
              <p:nvPr/>
            </p:nvSpPr>
            <p:spPr>
              <a:xfrm>
                <a:off x="8490000" y="396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23" name="Google Shape;2623;p35"/>
              <p:cNvSpPr/>
              <p:nvPr/>
            </p:nvSpPr>
            <p:spPr>
              <a:xfrm>
                <a:off x="8490000" y="418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24" name="Google Shape;2624;p35"/>
              <p:cNvSpPr/>
              <p:nvPr/>
            </p:nvSpPr>
            <p:spPr>
              <a:xfrm>
                <a:off x="8490000" y="440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25" name="Google Shape;2625;p35"/>
              <p:cNvSpPr/>
              <p:nvPr/>
            </p:nvSpPr>
            <p:spPr>
              <a:xfrm>
                <a:off x="8490000" y="46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26" name="Google Shape;2626;p35"/>
              <p:cNvSpPr/>
              <p:nvPr/>
            </p:nvSpPr>
            <p:spPr>
              <a:xfrm>
                <a:off x="8710000" y="13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27" name="Google Shape;2627;p35"/>
              <p:cNvSpPr/>
              <p:nvPr/>
            </p:nvSpPr>
            <p:spPr>
              <a:xfrm>
                <a:off x="8710000" y="154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28" name="Google Shape;2628;p35"/>
              <p:cNvSpPr/>
              <p:nvPr/>
            </p:nvSpPr>
            <p:spPr>
              <a:xfrm>
                <a:off x="8710000" y="176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29" name="Google Shape;2629;p35"/>
              <p:cNvSpPr/>
              <p:nvPr/>
            </p:nvSpPr>
            <p:spPr>
              <a:xfrm>
                <a:off x="8710000" y="198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30" name="Google Shape;2630;p35"/>
              <p:cNvSpPr/>
              <p:nvPr/>
            </p:nvSpPr>
            <p:spPr>
              <a:xfrm>
                <a:off x="8710000" y="220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31" name="Google Shape;2631;p35"/>
              <p:cNvSpPr/>
              <p:nvPr/>
            </p:nvSpPr>
            <p:spPr>
              <a:xfrm>
                <a:off x="8710000" y="24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32" name="Google Shape;2632;p35"/>
              <p:cNvSpPr/>
              <p:nvPr/>
            </p:nvSpPr>
            <p:spPr>
              <a:xfrm>
                <a:off x="8710000" y="264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33" name="Google Shape;2633;p35"/>
              <p:cNvSpPr/>
              <p:nvPr/>
            </p:nvSpPr>
            <p:spPr>
              <a:xfrm>
                <a:off x="8710000" y="286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34" name="Google Shape;2634;p35"/>
              <p:cNvSpPr/>
              <p:nvPr/>
            </p:nvSpPr>
            <p:spPr>
              <a:xfrm>
                <a:off x="8710000" y="308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35" name="Google Shape;2635;p35"/>
              <p:cNvSpPr/>
              <p:nvPr/>
            </p:nvSpPr>
            <p:spPr>
              <a:xfrm>
                <a:off x="8710000" y="330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36" name="Google Shape;2636;p35"/>
              <p:cNvSpPr/>
              <p:nvPr/>
            </p:nvSpPr>
            <p:spPr>
              <a:xfrm>
                <a:off x="8710000" y="35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37" name="Google Shape;2637;p35"/>
              <p:cNvSpPr/>
              <p:nvPr/>
            </p:nvSpPr>
            <p:spPr>
              <a:xfrm>
                <a:off x="8710000" y="374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38" name="Google Shape;2638;p35"/>
              <p:cNvSpPr/>
              <p:nvPr/>
            </p:nvSpPr>
            <p:spPr>
              <a:xfrm>
                <a:off x="8710000" y="396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39" name="Google Shape;2639;p35"/>
              <p:cNvSpPr/>
              <p:nvPr/>
            </p:nvSpPr>
            <p:spPr>
              <a:xfrm>
                <a:off x="8710000" y="418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40" name="Google Shape;2640;p35"/>
              <p:cNvSpPr/>
              <p:nvPr/>
            </p:nvSpPr>
            <p:spPr>
              <a:xfrm>
                <a:off x="8710000" y="440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41" name="Google Shape;2641;p35"/>
              <p:cNvSpPr/>
              <p:nvPr/>
            </p:nvSpPr>
            <p:spPr>
              <a:xfrm>
                <a:off x="8710000" y="46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42" name="Google Shape;2642;p35"/>
              <p:cNvSpPr/>
              <p:nvPr/>
            </p:nvSpPr>
            <p:spPr>
              <a:xfrm>
                <a:off x="8930000" y="13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43" name="Google Shape;2643;p35"/>
              <p:cNvSpPr/>
              <p:nvPr/>
            </p:nvSpPr>
            <p:spPr>
              <a:xfrm>
                <a:off x="8930000" y="154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44" name="Google Shape;2644;p35"/>
              <p:cNvSpPr/>
              <p:nvPr/>
            </p:nvSpPr>
            <p:spPr>
              <a:xfrm>
                <a:off x="8930000" y="176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45" name="Google Shape;2645;p35"/>
              <p:cNvSpPr/>
              <p:nvPr/>
            </p:nvSpPr>
            <p:spPr>
              <a:xfrm>
                <a:off x="8930000" y="198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46" name="Google Shape;2646;p35"/>
              <p:cNvSpPr/>
              <p:nvPr/>
            </p:nvSpPr>
            <p:spPr>
              <a:xfrm>
                <a:off x="8930000" y="220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47" name="Google Shape;2647;p35"/>
              <p:cNvSpPr/>
              <p:nvPr/>
            </p:nvSpPr>
            <p:spPr>
              <a:xfrm>
                <a:off x="8930000" y="24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48" name="Google Shape;2648;p35"/>
              <p:cNvSpPr/>
              <p:nvPr/>
            </p:nvSpPr>
            <p:spPr>
              <a:xfrm>
                <a:off x="8930000" y="264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49" name="Google Shape;2649;p35"/>
              <p:cNvSpPr/>
              <p:nvPr/>
            </p:nvSpPr>
            <p:spPr>
              <a:xfrm>
                <a:off x="8930000" y="286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50" name="Google Shape;2650;p35"/>
              <p:cNvSpPr/>
              <p:nvPr/>
            </p:nvSpPr>
            <p:spPr>
              <a:xfrm>
                <a:off x="8930000" y="308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51" name="Google Shape;2651;p35"/>
              <p:cNvSpPr/>
              <p:nvPr/>
            </p:nvSpPr>
            <p:spPr>
              <a:xfrm>
                <a:off x="8930000" y="330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52" name="Google Shape;2652;p35"/>
              <p:cNvSpPr/>
              <p:nvPr/>
            </p:nvSpPr>
            <p:spPr>
              <a:xfrm>
                <a:off x="8930000" y="35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53" name="Google Shape;2653;p35"/>
              <p:cNvSpPr/>
              <p:nvPr/>
            </p:nvSpPr>
            <p:spPr>
              <a:xfrm>
                <a:off x="8930000" y="374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54" name="Google Shape;2654;p35"/>
              <p:cNvSpPr/>
              <p:nvPr/>
            </p:nvSpPr>
            <p:spPr>
              <a:xfrm>
                <a:off x="8930000" y="396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55" name="Google Shape;2655;p35"/>
              <p:cNvSpPr/>
              <p:nvPr/>
            </p:nvSpPr>
            <p:spPr>
              <a:xfrm>
                <a:off x="8930000" y="418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56" name="Google Shape;2656;p35"/>
              <p:cNvSpPr/>
              <p:nvPr/>
            </p:nvSpPr>
            <p:spPr>
              <a:xfrm>
                <a:off x="8930000" y="440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57" name="Google Shape;2657;p35"/>
              <p:cNvSpPr/>
              <p:nvPr/>
            </p:nvSpPr>
            <p:spPr>
              <a:xfrm>
                <a:off x="8930000" y="4620000"/>
                <a:ext cx="12000" cy="12000"/>
              </a:xfrm>
              <a:prstGeom prst="ellipse">
                <a:avLst/>
              </a:prstGeom>
              <a:solidFill>
                <a:srgbClr val="E4E8EF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58" name="Google Shape;2658;p35"/>
              <p:cNvSpPr txBox="1"/>
              <p:nvPr/>
            </p:nvSpPr>
            <p:spPr>
              <a:xfrm>
                <a:off x="6364224" y="1344168"/>
                <a:ext cx="4937700" cy="32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0250" lIns="30250" spcFirstLastPara="1" rIns="30250" wrap="square" tIns="3025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200" u="none" cap="none" strike="noStrike">
                    <a:solidFill>
                      <a:srgbClr val="171B23"/>
                    </a:solidFill>
                    <a:latin typeface="Inter"/>
                    <a:ea typeface="Inter"/>
                    <a:cs typeface="Inter"/>
                    <a:sym typeface="Inter"/>
                  </a:rPr>
                  <a:t>Top Customer States by Revenue</a:t>
                </a:r>
                <a:endParaRPr sz="1200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59" name="Google Shape;2659;p35"/>
              <p:cNvSpPr txBox="1"/>
              <p:nvPr/>
            </p:nvSpPr>
            <p:spPr>
              <a:xfrm>
                <a:off x="6364224" y="1874520"/>
                <a:ext cx="502800" cy="25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0250" lIns="30250" spcFirstLastPara="1" rIns="30250" wrap="square" tIns="3025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827" u="none" cap="none" strike="noStrike">
                    <a:solidFill>
                      <a:srgbClr val="171B23"/>
                    </a:solidFill>
                    <a:latin typeface="Inter"/>
                    <a:ea typeface="Inter"/>
                    <a:cs typeface="Inter"/>
                    <a:sym typeface="Inter"/>
                  </a:rPr>
                  <a:t>SP</a:t>
                </a:r>
                <a:endParaRPr sz="827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60" name="Google Shape;2660;p35"/>
              <p:cNvSpPr/>
              <p:nvPr/>
            </p:nvSpPr>
            <p:spPr>
              <a:xfrm>
                <a:off x="6976872" y="1901952"/>
                <a:ext cx="2926080" cy="164592"/>
              </a:xfrm>
              <a:prstGeom prst="rect">
                <a:avLst/>
              </a:prstGeom>
              <a:solidFill>
                <a:srgbClr val="2D9252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61" name="Google Shape;2661;p35"/>
              <p:cNvSpPr txBox="1"/>
              <p:nvPr/>
            </p:nvSpPr>
            <p:spPr>
              <a:xfrm>
                <a:off x="10268712" y="1874520"/>
                <a:ext cx="1005900" cy="25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0250" lIns="30250" spcFirstLastPara="1" rIns="30250" wrap="square" tIns="3025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827" u="none" cap="none" strike="noStrike">
                    <a:solidFill>
                      <a:srgbClr val="171B23"/>
                    </a:solidFill>
                    <a:latin typeface="Inter"/>
                    <a:ea typeface="Inter"/>
                    <a:cs typeface="Inter"/>
                    <a:sym typeface="Inter"/>
                  </a:rPr>
                  <a:t>R$6.00M</a:t>
                </a:r>
                <a:endParaRPr sz="827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62" name="Google Shape;2662;p35"/>
              <p:cNvSpPr txBox="1"/>
              <p:nvPr/>
            </p:nvSpPr>
            <p:spPr>
              <a:xfrm>
                <a:off x="6364224" y="2340864"/>
                <a:ext cx="502800" cy="25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0250" lIns="30250" spcFirstLastPara="1" rIns="30250" wrap="square" tIns="3025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827" u="none" cap="none" strike="noStrike">
                    <a:solidFill>
                      <a:srgbClr val="171B23"/>
                    </a:solidFill>
                    <a:latin typeface="Inter"/>
                    <a:ea typeface="Inter"/>
                    <a:cs typeface="Inter"/>
                    <a:sym typeface="Inter"/>
                  </a:rPr>
                  <a:t>RJ</a:t>
                </a:r>
                <a:endParaRPr sz="827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63" name="Google Shape;2663;p35"/>
              <p:cNvSpPr/>
              <p:nvPr/>
            </p:nvSpPr>
            <p:spPr>
              <a:xfrm>
                <a:off x="6976872" y="2368296"/>
                <a:ext cx="1046080" cy="164592"/>
              </a:xfrm>
              <a:prstGeom prst="rect">
                <a:avLst/>
              </a:prstGeom>
              <a:solidFill>
                <a:srgbClr val="2D9252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64" name="Google Shape;2664;p35"/>
              <p:cNvSpPr txBox="1"/>
              <p:nvPr/>
            </p:nvSpPr>
            <p:spPr>
              <a:xfrm>
                <a:off x="10268712" y="2340864"/>
                <a:ext cx="1005900" cy="25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0250" lIns="30250" spcFirstLastPara="1" rIns="30250" wrap="square" tIns="3025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827" u="none" cap="none" strike="noStrike">
                    <a:solidFill>
                      <a:srgbClr val="171B23"/>
                    </a:solidFill>
                    <a:latin typeface="Inter"/>
                    <a:ea typeface="Inter"/>
                    <a:cs typeface="Inter"/>
                    <a:sym typeface="Inter"/>
                  </a:rPr>
                  <a:t>R$2.14M</a:t>
                </a:r>
                <a:endParaRPr sz="827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65" name="Google Shape;2665;p35"/>
              <p:cNvSpPr txBox="1"/>
              <p:nvPr/>
            </p:nvSpPr>
            <p:spPr>
              <a:xfrm>
                <a:off x="6364224" y="2807208"/>
                <a:ext cx="502800" cy="25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0250" lIns="30250" spcFirstLastPara="1" rIns="30250" wrap="square" tIns="3025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827" u="none" cap="none" strike="noStrike">
                    <a:solidFill>
                      <a:srgbClr val="171B23"/>
                    </a:solidFill>
                    <a:latin typeface="Inter"/>
                    <a:ea typeface="Inter"/>
                    <a:cs typeface="Inter"/>
                    <a:sym typeface="Inter"/>
                  </a:rPr>
                  <a:t>MG</a:t>
                </a:r>
                <a:endParaRPr sz="827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66" name="Google Shape;2666;p35"/>
              <p:cNvSpPr/>
              <p:nvPr/>
            </p:nvSpPr>
            <p:spPr>
              <a:xfrm>
                <a:off x="6976872" y="2834640"/>
                <a:ext cx="913332" cy="164592"/>
              </a:xfrm>
              <a:prstGeom prst="rect">
                <a:avLst/>
              </a:prstGeom>
              <a:solidFill>
                <a:srgbClr val="2D9252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67" name="Google Shape;2667;p35"/>
              <p:cNvSpPr txBox="1"/>
              <p:nvPr/>
            </p:nvSpPr>
            <p:spPr>
              <a:xfrm>
                <a:off x="10268712" y="2807208"/>
                <a:ext cx="1005900" cy="25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0250" lIns="30250" spcFirstLastPara="1" rIns="30250" wrap="square" tIns="3025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827" u="none" cap="none" strike="noStrike">
                    <a:solidFill>
                      <a:srgbClr val="171B23"/>
                    </a:solidFill>
                    <a:latin typeface="Inter"/>
                    <a:ea typeface="Inter"/>
                    <a:cs typeface="Inter"/>
                    <a:sym typeface="Inter"/>
                  </a:rPr>
                  <a:t>R$1.87M</a:t>
                </a:r>
                <a:endParaRPr sz="827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68" name="Google Shape;2668;p35"/>
              <p:cNvSpPr txBox="1"/>
              <p:nvPr/>
            </p:nvSpPr>
            <p:spPr>
              <a:xfrm>
                <a:off x="6364224" y="3273552"/>
                <a:ext cx="502800" cy="25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0250" lIns="30250" spcFirstLastPara="1" rIns="30250" wrap="square" tIns="3025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827" u="none" cap="none" strike="noStrike">
                    <a:solidFill>
                      <a:srgbClr val="171B23"/>
                    </a:solidFill>
                    <a:latin typeface="Inter"/>
                    <a:ea typeface="Inter"/>
                    <a:cs typeface="Inter"/>
                    <a:sym typeface="Inter"/>
                  </a:rPr>
                  <a:t>RS</a:t>
                </a:r>
                <a:endParaRPr sz="827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69" name="Google Shape;2669;p35"/>
              <p:cNvSpPr/>
              <p:nvPr/>
            </p:nvSpPr>
            <p:spPr>
              <a:xfrm>
                <a:off x="6976872" y="3300984"/>
                <a:ext cx="434602" cy="164592"/>
              </a:xfrm>
              <a:prstGeom prst="rect">
                <a:avLst/>
              </a:prstGeom>
              <a:solidFill>
                <a:srgbClr val="2D9252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70" name="Google Shape;2670;p35"/>
              <p:cNvSpPr txBox="1"/>
              <p:nvPr/>
            </p:nvSpPr>
            <p:spPr>
              <a:xfrm>
                <a:off x="10268712" y="3273552"/>
                <a:ext cx="1005900" cy="25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0250" lIns="30250" spcFirstLastPara="1" rIns="30250" wrap="square" tIns="3025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827" u="none" cap="none" strike="noStrike">
                    <a:solidFill>
                      <a:srgbClr val="171B23"/>
                    </a:solidFill>
                    <a:latin typeface="Inter"/>
                    <a:ea typeface="Inter"/>
                    <a:cs typeface="Inter"/>
                    <a:sym typeface="Inter"/>
                  </a:rPr>
                  <a:t>R$0.89M</a:t>
                </a:r>
                <a:endParaRPr sz="827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71" name="Google Shape;2671;p35"/>
              <p:cNvSpPr txBox="1"/>
              <p:nvPr/>
            </p:nvSpPr>
            <p:spPr>
              <a:xfrm>
                <a:off x="6364224" y="3739896"/>
                <a:ext cx="502800" cy="25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0250" lIns="30250" spcFirstLastPara="1" rIns="30250" wrap="square" tIns="3025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827" u="none" cap="none" strike="noStrike">
                    <a:solidFill>
                      <a:srgbClr val="171B23"/>
                    </a:solidFill>
                    <a:latin typeface="Inter"/>
                    <a:ea typeface="Inter"/>
                    <a:cs typeface="Inter"/>
                    <a:sym typeface="Inter"/>
                  </a:rPr>
                  <a:t>PR</a:t>
                </a:r>
                <a:endParaRPr sz="827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72" name="Google Shape;2672;p35"/>
              <p:cNvSpPr/>
              <p:nvPr/>
            </p:nvSpPr>
            <p:spPr>
              <a:xfrm>
                <a:off x="6976872" y="3767328"/>
                <a:ext cx="395701" cy="164592"/>
              </a:xfrm>
              <a:prstGeom prst="rect">
                <a:avLst/>
              </a:prstGeom>
              <a:solidFill>
                <a:srgbClr val="2D9252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73" name="Google Shape;2673;p35"/>
              <p:cNvSpPr txBox="1"/>
              <p:nvPr/>
            </p:nvSpPr>
            <p:spPr>
              <a:xfrm>
                <a:off x="10268712" y="3739896"/>
                <a:ext cx="1005900" cy="25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0250" lIns="30250" spcFirstLastPara="1" rIns="30250" wrap="square" tIns="3025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827" u="none" cap="none" strike="noStrike">
                    <a:solidFill>
                      <a:srgbClr val="171B23"/>
                    </a:solidFill>
                    <a:latin typeface="Inter"/>
                    <a:ea typeface="Inter"/>
                    <a:cs typeface="Inter"/>
                    <a:sym typeface="Inter"/>
                  </a:rPr>
                  <a:t>R$0.81M</a:t>
                </a:r>
                <a:endParaRPr sz="827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74" name="Google Shape;2674;p35"/>
              <p:cNvSpPr txBox="1"/>
              <p:nvPr/>
            </p:nvSpPr>
            <p:spPr>
              <a:xfrm>
                <a:off x="6364224" y="4206240"/>
                <a:ext cx="502800" cy="25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0250" lIns="30250" spcFirstLastPara="1" rIns="30250" wrap="square" tIns="3025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827" u="none" cap="none" strike="noStrike">
                    <a:solidFill>
                      <a:srgbClr val="171B23"/>
                    </a:solidFill>
                    <a:latin typeface="Inter"/>
                    <a:ea typeface="Inter"/>
                    <a:cs typeface="Inter"/>
                    <a:sym typeface="Inter"/>
                  </a:rPr>
                  <a:t>SC</a:t>
                </a:r>
                <a:endParaRPr sz="827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75" name="Google Shape;2675;p35"/>
              <p:cNvSpPr/>
              <p:nvPr/>
            </p:nvSpPr>
            <p:spPr>
              <a:xfrm>
                <a:off x="6976872" y="4233672"/>
                <a:ext cx="303956" cy="164592"/>
              </a:xfrm>
              <a:prstGeom prst="rect">
                <a:avLst/>
              </a:prstGeom>
              <a:solidFill>
                <a:srgbClr val="2D9252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76" name="Google Shape;2676;p35"/>
              <p:cNvSpPr txBox="1"/>
              <p:nvPr/>
            </p:nvSpPr>
            <p:spPr>
              <a:xfrm>
                <a:off x="10268712" y="4206240"/>
                <a:ext cx="1005900" cy="25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0250" lIns="30250" spcFirstLastPara="1" rIns="30250" wrap="square" tIns="3025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827" u="none" cap="none" strike="noStrike">
                    <a:solidFill>
                      <a:srgbClr val="171B23"/>
                    </a:solidFill>
                    <a:latin typeface="Inter"/>
                    <a:ea typeface="Inter"/>
                    <a:cs typeface="Inter"/>
                    <a:sym typeface="Inter"/>
                  </a:rPr>
                  <a:t>R$0.62M</a:t>
                </a:r>
                <a:endParaRPr sz="827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77" name="Google Shape;2677;p35"/>
              <p:cNvSpPr txBox="1"/>
              <p:nvPr/>
            </p:nvSpPr>
            <p:spPr>
              <a:xfrm>
                <a:off x="6364224" y="4672584"/>
                <a:ext cx="502800" cy="25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0250" lIns="30250" spcFirstLastPara="1" rIns="30250" wrap="square" tIns="3025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827" u="none" cap="none" strike="noStrike">
                    <a:solidFill>
                      <a:srgbClr val="171B23"/>
                    </a:solidFill>
                    <a:latin typeface="Inter"/>
                    <a:ea typeface="Inter"/>
                    <a:cs typeface="Inter"/>
                    <a:sym typeface="Inter"/>
                  </a:rPr>
                  <a:t>BA</a:t>
                </a:r>
                <a:endParaRPr sz="827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78" name="Google Shape;2678;p35"/>
              <p:cNvSpPr/>
              <p:nvPr/>
            </p:nvSpPr>
            <p:spPr>
              <a:xfrm>
                <a:off x="6976872" y="4700016"/>
                <a:ext cx="300814" cy="164592"/>
              </a:xfrm>
              <a:prstGeom prst="rect">
                <a:avLst/>
              </a:prstGeom>
              <a:solidFill>
                <a:srgbClr val="2D9252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79" name="Google Shape;2679;p35"/>
              <p:cNvSpPr txBox="1"/>
              <p:nvPr/>
            </p:nvSpPr>
            <p:spPr>
              <a:xfrm>
                <a:off x="10268712" y="4672584"/>
                <a:ext cx="1005900" cy="25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0250" lIns="30250" spcFirstLastPara="1" rIns="30250" wrap="square" tIns="3025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827" u="none" cap="none" strike="noStrike">
                    <a:solidFill>
                      <a:srgbClr val="171B23"/>
                    </a:solidFill>
                    <a:latin typeface="Inter"/>
                    <a:ea typeface="Inter"/>
                    <a:cs typeface="Inter"/>
                    <a:sym typeface="Inter"/>
                  </a:rPr>
                  <a:t>R$0.62M</a:t>
                </a:r>
                <a:endParaRPr sz="827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80" name="Google Shape;2680;p35"/>
              <p:cNvSpPr txBox="1"/>
              <p:nvPr/>
            </p:nvSpPr>
            <p:spPr>
              <a:xfrm>
                <a:off x="6364224" y="5138928"/>
                <a:ext cx="502800" cy="25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0250" lIns="30250" spcFirstLastPara="1" rIns="30250" wrap="square" tIns="3025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827" u="none" cap="none" strike="noStrike">
                    <a:solidFill>
                      <a:srgbClr val="171B23"/>
                    </a:solidFill>
                    <a:latin typeface="Inter"/>
                    <a:ea typeface="Inter"/>
                    <a:cs typeface="Inter"/>
                    <a:sym typeface="Inter"/>
                  </a:rPr>
                  <a:t>DF</a:t>
                </a:r>
                <a:endParaRPr sz="827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81" name="Google Shape;2681;p35"/>
              <p:cNvSpPr/>
              <p:nvPr/>
            </p:nvSpPr>
            <p:spPr>
              <a:xfrm>
                <a:off x="6976872" y="5166360"/>
                <a:ext cx="173246" cy="164592"/>
              </a:xfrm>
              <a:prstGeom prst="rect">
                <a:avLst/>
              </a:prstGeom>
              <a:solidFill>
                <a:srgbClr val="2D9252"/>
              </a:solidFill>
              <a:ln>
                <a:noFill/>
              </a:ln>
              <a:effectLst>
                <a:outerShdw blurRad="33081" rotWithShape="0" dir="5400000" dist="19022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37775" lIns="75625" spcFirstLastPara="1" rIns="75625" wrap="square" tIns="37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827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82" name="Google Shape;2682;p35"/>
              <p:cNvSpPr txBox="1"/>
              <p:nvPr/>
            </p:nvSpPr>
            <p:spPr>
              <a:xfrm>
                <a:off x="10268712" y="5138928"/>
                <a:ext cx="1005900" cy="25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0250" lIns="30250" spcFirstLastPara="1" rIns="30250" wrap="square" tIns="3025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827" u="none" cap="none" strike="noStrike">
                    <a:solidFill>
                      <a:srgbClr val="171B23"/>
                    </a:solidFill>
                    <a:latin typeface="Inter"/>
                    <a:ea typeface="Inter"/>
                    <a:cs typeface="Inter"/>
                    <a:sym typeface="Inter"/>
                  </a:rPr>
                  <a:t>R$0.36M</a:t>
                </a:r>
                <a:endParaRPr sz="827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2683" name="Google Shape;2683;p35"/>
          <p:cNvSpPr txBox="1"/>
          <p:nvPr/>
        </p:nvSpPr>
        <p:spPr>
          <a:xfrm>
            <a:off x="256032" y="91440"/>
            <a:ext cx="18288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>
                <a:solidFill>
                  <a:srgbClr val="58606E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Business Opportunities</a:t>
            </a:r>
            <a:endParaRPr/>
          </a:p>
        </p:txBody>
      </p:sp>
      <p:grpSp>
        <p:nvGrpSpPr>
          <p:cNvPr id="2684" name="Google Shape;2684;p35"/>
          <p:cNvGrpSpPr/>
          <p:nvPr/>
        </p:nvGrpSpPr>
        <p:grpSpPr>
          <a:xfrm>
            <a:off x="381000" y="4840000"/>
            <a:ext cx="8382000" cy="285750"/>
            <a:chOff x="381000" y="4762500"/>
            <a:chExt cx="8382000" cy="285750"/>
          </a:xfrm>
        </p:grpSpPr>
        <p:cxnSp>
          <p:nvCxnSpPr>
            <p:cNvPr id="2685" name="Google Shape;2685;p35"/>
            <p:cNvCxnSpPr/>
            <p:nvPr/>
          </p:nvCxnSpPr>
          <p:spPr>
            <a:xfrm>
              <a:off x="381000" y="476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86" name="Google Shape;2686;p35"/>
            <p:cNvSpPr txBox="1"/>
            <p:nvPr/>
          </p:nvSpPr>
          <p:spPr>
            <a:xfrm>
              <a:off x="381000" y="4857650"/>
              <a:ext cx="7414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DS5 Team 5</a:t>
              </a:r>
              <a:r>
                <a:rPr b="0"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 | </a:t>
              </a:r>
              <a:r>
                <a:rPr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Members: Caleb Cheah Peng Huat, Fiona Lim Yan Han, Kevin Chua, Ng Zhenxian, Soh Shi Hui </a:t>
              </a:r>
              <a:endParaRPr b="0" sz="10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87" name="Google Shape;2687;p35"/>
            <p:cNvSpPr txBox="1"/>
            <p:nvPr/>
          </p:nvSpPr>
          <p:spPr>
            <a:xfrm>
              <a:off x="49530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June 2026</a:t>
              </a:r>
              <a:endParaRPr b="0" sz="10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688" name="Google Shape;2688;p35"/>
          <p:cNvSpPr/>
          <p:nvPr/>
        </p:nvSpPr>
        <p:spPr>
          <a:xfrm>
            <a:off x="479725" y="1668625"/>
            <a:ext cx="1494900" cy="1715700"/>
          </a:xfrm>
          <a:prstGeom prst="rect">
            <a:avLst/>
          </a:prstGeom>
          <a:noFill/>
          <a:ln cap="flat" cmpd="sng" w="9525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2" name="Shape 2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3" name="Google Shape;269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650" y="76050"/>
            <a:ext cx="8972700" cy="4972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4" name="Google Shape;2694;p36"/>
          <p:cNvGrpSpPr/>
          <p:nvPr/>
        </p:nvGrpSpPr>
        <p:grpSpPr>
          <a:xfrm>
            <a:off x="381000" y="4762500"/>
            <a:ext cx="8382000" cy="285750"/>
            <a:chOff x="381000" y="4762500"/>
            <a:chExt cx="8382000" cy="285750"/>
          </a:xfrm>
        </p:grpSpPr>
        <p:cxnSp>
          <p:nvCxnSpPr>
            <p:cNvPr id="2695" name="Google Shape;2695;p36"/>
            <p:cNvCxnSpPr/>
            <p:nvPr/>
          </p:nvCxnSpPr>
          <p:spPr>
            <a:xfrm>
              <a:off x="381000" y="476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96" name="Google Shape;2696;p36"/>
            <p:cNvSpPr txBox="1"/>
            <p:nvPr/>
          </p:nvSpPr>
          <p:spPr>
            <a:xfrm>
              <a:off x="381000" y="4857750"/>
              <a:ext cx="6859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DS5 Team 5</a:t>
              </a:r>
              <a:r>
                <a:rPr b="0"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 | </a:t>
              </a:r>
              <a:r>
                <a:rPr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Members: Caleb Cheah Peng Huat, Fiona Lim Yan Han, Kevin Chua, Ng Zhenxian, Soh Shi Hui </a:t>
              </a:r>
              <a:endParaRPr b="0" sz="10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97" name="Google Shape;2697;p36"/>
            <p:cNvSpPr txBox="1"/>
            <p:nvPr/>
          </p:nvSpPr>
          <p:spPr>
            <a:xfrm>
              <a:off x="49530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June 2026</a:t>
              </a:r>
              <a:endParaRPr b="0" sz="10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98" name="Google Shape;2698;p36"/>
          <p:cNvGrpSpPr/>
          <p:nvPr/>
        </p:nvGrpSpPr>
        <p:grpSpPr>
          <a:xfrm>
            <a:off x="387939" y="327303"/>
            <a:ext cx="8208205" cy="822647"/>
            <a:chOff x="-396311" y="460778"/>
            <a:chExt cx="8208205" cy="822647"/>
          </a:xfrm>
        </p:grpSpPr>
        <p:sp>
          <p:nvSpPr>
            <p:cNvPr id="2699" name="Google Shape;2699;p36"/>
            <p:cNvSpPr/>
            <p:nvPr/>
          </p:nvSpPr>
          <p:spPr>
            <a:xfrm>
              <a:off x="-396311" y="521425"/>
              <a:ext cx="38100" cy="762000"/>
            </a:xfrm>
            <a:prstGeom prst="rect">
              <a:avLst/>
            </a:prstGeom>
            <a:solidFill>
              <a:srgbClr val="0F52B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36"/>
            <p:cNvSpPr txBox="1"/>
            <p:nvPr/>
          </p:nvSpPr>
          <p:spPr>
            <a:xfrm>
              <a:off x="-284507" y="460778"/>
              <a:ext cx="8096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rPr>
                <a:t>Identifying High-Potential New Markets</a:t>
              </a:r>
              <a:endParaRPr b="1" sz="2400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 sz="1200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rPr>
                <a:t>Compares revenue with GDP to find states where market potential is not yet captured.</a:t>
              </a:r>
              <a:r>
                <a:rPr b="1" lang="en" sz="2700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endParaRPr b="0" sz="1575">
                <a:solidFill>
                  <a:srgbClr val="5F63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701" name="Google Shape;2701;p36"/>
          <p:cNvSpPr txBox="1"/>
          <p:nvPr/>
        </p:nvSpPr>
        <p:spPr>
          <a:xfrm>
            <a:off x="256032" y="91440"/>
            <a:ext cx="18288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>
                <a:solidFill>
                  <a:srgbClr val="58606E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Business Opportunities</a:t>
            </a:r>
            <a:endParaRPr/>
          </a:p>
        </p:txBody>
      </p:sp>
      <p:pic>
        <p:nvPicPr>
          <p:cNvPr id="2702" name="Google Shape;2702;p36"/>
          <p:cNvPicPr preferRelativeResize="0"/>
          <p:nvPr/>
        </p:nvPicPr>
        <p:blipFill rotWithShape="1">
          <a:blip r:embed="rId4">
            <a:alphaModFix/>
          </a:blip>
          <a:srcRect b="6367" l="0" r="0" t="0"/>
          <a:stretch/>
        </p:blipFill>
        <p:spPr>
          <a:xfrm>
            <a:off x="381000" y="1121954"/>
            <a:ext cx="8462651" cy="297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703" name="Google Shape;2703;p36"/>
          <p:cNvSpPr/>
          <p:nvPr/>
        </p:nvSpPr>
        <p:spPr>
          <a:xfrm>
            <a:off x="7870300" y="2843600"/>
            <a:ext cx="892800" cy="952500"/>
          </a:xfrm>
          <a:prstGeom prst="rect">
            <a:avLst/>
          </a:prstGeom>
          <a:noFill/>
          <a:ln cap="flat" cmpd="sng" w="19050">
            <a:solidFill>
              <a:srgbClr val="2D925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4" name="Google Shape;2704;p36"/>
          <p:cNvSpPr txBox="1"/>
          <p:nvPr/>
        </p:nvSpPr>
        <p:spPr>
          <a:xfrm>
            <a:off x="5005850" y="4054650"/>
            <a:ext cx="383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" sz="1200">
                <a:solidFill>
                  <a:srgbClr val="274E13"/>
                </a:solidFill>
                <a:latin typeface="Inter"/>
                <a:ea typeface="Inter"/>
                <a:cs typeface="Inter"/>
                <a:sym typeface="Inter"/>
              </a:rPr>
              <a:t>Top 5 u</a:t>
            </a:r>
            <a:r>
              <a:rPr lang="en" sz="1200">
                <a:solidFill>
                  <a:srgbClr val="274E13"/>
                </a:solidFill>
                <a:latin typeface="Inter"/>
                <a:ea typeface="Inter"/>
                <a:cs typeface="Inter"/>
                <a:sym typeface="Inter"/>
              </a:rPr>
              <a:t>nderperforming states relative to earnings → Signals growth opportunity BA, PE, CE, AM &amp; PA</a:t>
            </a:r>
            <a:endParaRPr sz="1200">
              <a:solidFill>
                <a:srgbClr val="274E13"/>
              </a:solidFill>
            </a:endParaRPr>
          </a:p>
        </p:txBody>
      </p:sp>
      <p:cxnSp>
        <p:nvCxnSpPr>
          <p:cNvPr id="2705" name="Google Shape;2705;p36"/>
          <p:cNvCxnSpPr/>
          <p:nvPr/>
        </p:nvCxnSpPr>
        <p:spPr>
          <a:xfrm flipH="1" rot="10800000">
            <a:off x="7018600" y="3796213"/>
            <a:ext cx="844800" cy="39750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06" name="Google Shape;2706;p36"/>
          <p:cNvSpPr txBox="1"/>
          <p:nvPr/>
        </p:nvSpPr>
        <p:spPr>
          <a:xfrm>
            <a:off x="7161125" y="1807675"/>
            <a:ext cx="1293300" cy="28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F52BA"/>
                </a:solidFill>
              </a:rPr>
              <a:t>Underserved</a:t>
            </a:r>
            <a:endParaRPr b="1" sz="1200">
              <a:solidFill>
                <a:srgbClr val="0F52BA"/>
              </a:solidFill>
            </a:endParaRPr>
          </a:p>
        </p:txBody>
      </p:sp>
      <p:sp>
        <p:nvSpPr>
          <p:cNvPr id="2707" name="Google Shape;2707;p36"/>
          <p:cNvSpPr/>
          <p:nvPr/>
        </p:nvSpPr>
        <p:spPr>
          <a:xfrm>
            <a:off x="7251525" y="2078808"/>
            <a:ext cx="966300" cy="189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DC4E8"/>
          </a:solidFill>
          <a:ln cap="flat" cmpd="sng" w="9525">
            <a:solidFill>
              <a:srgbClr val="ADC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08" name="Google Shape;2708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78725" y="468625"/>
            <a:ext cx="2225850" cy="113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2" name="Shape 2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" name="Google Shape;2713;p3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14" name="Google Shape;271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8972700" cy="4972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15" name="Google Shape;2715;p37"/>
          <p:cNvGrpSpPr/>
          <p:nvPr/>
        </p:nvGrpSpPr>
        <p:grpSpPr>
          <a:xfrm>
            <a:off x="381000" y="571500"/>
            <a:ext cx="8763000" cy="762000"/>
            <a:chOff x="0" y="0"/>
            <a:chExt cx="8763000" cy="762000"/>
          </a:xfrm>
        </p:grpSpPr>
        <p:sp>
          <p:nvSpPr>
            <p:cNvPr id="2716" name="Google Shape;2716;p37"/>
            <p:cNvSpPr/>
            <p:nvPr/>
          </p:nvSpPr>
          <p:spPr>
            <a:xfrm>
              <a:off x="0" y="0"/>
              <a:ext cx="38100" cy="762000"/>
            </a:xfrm>
            <a:prstGeom prst="rect">
              <a:avLst/>
            </a:prstGeom>
            <a:solidFill>
              <a:srgbClr val="0F52B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37"/>
            <p:cNvSpPr txBox="1"/>
            <p:nvPr/>
          </p:nvSpPr>
          <p:spPr>
            <a:xfrm>
              <a:off x="228600" y="0"/>
              <a:ext cx="8534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700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rPr>
                <a:t>Recommended Business Strategy</a:t>
              </a:r>
              <a:endParaRPr b="1" sz="2700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1800"/>
                </a:spcAft>
                <a:buNone/>
              </a:pPr>
              <a:r>
                <a:t/>
              </a:r>
              <a:endParaRPr b="0" sz="1500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18" name="Google Shape;2718;p37"/>
          <p:cNvGrpSpPr/>
          <p:nvPr/>
        </p:nvGrpSpPr>
        <p:grpSpPr>
          <a:xfrm>
            <a:off x="381000" y="1624250"/>
            <a:ext cx="4000500" cy="2476538"/>
            <a:chOff x="0" y="0"/>
            <a:chExt cx="4000500" cy="1143000"/>
          </a:xfrm>
        </p:grpSpPr>
        <p:grpSp>
          <p:nvGrpSpPr>
            <p:cNvPr id="2719" name="Google Shape;2719;p37"/>
            <p:cNvGrpSpPr/>
            <p:nvPr/>
          </p:nvGrpSpPr>
          <p:grpSpPr>
            <a:xfrm>
              <a:off x="0" y="0"/>
              <a:ext cx="4000500" cy="1143000"/>
              <a:chOff x="0" y="0"/>
              <a:chExt cx="4000500" cy="1143000"/>
            </a:xfrm>
          </p:grpSpPr>
          <p:sp>
            <p:nvSpPr>
              <p:cNvPr id="2720" name="Google Shape;2720;p37"/>
              <p:cNvSpPr/>
              <p:nvPr/>
            </p:nvSpPr>
            <p:spPr>
              <a:xfrm>
                <a:off x="0" y="0"/>
                <a:ext cx="4000500" cy="1143000"/>
              </a:xfrm>
              <a:prstGeom prst="rect">
                <a:avLst/>
              </a:prstGeom>
              <a:solidFill>
                <a:srgbClr val="FAFAFB"/>
              </a:solidFill>
              <a:ln cap="flat" cmpd="sng" w="9525">
                <a:solidFill>
                  <a:srgbClr val="12121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1" name="Google Shape;2721;p37"/>
              <p:cNvSpPr/>
              <p:nvPr/>
            </p:nvSpPr>
            <p:spPr>
              <a:xfrm>
                <a:off x="0" y="0"/>
                <a:ext cx="381000" cy="381000"/>
              </a:xfrm>
              <a:prstGeom prst="rect">
                <a:avLst/>
              </a:prstGeom>
              <a:solidFill>
                <a:srgbClr val="12121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722" name="Google Shape;2722;p37"/>
            <p:cNvSpPr txBox="1"/>
            <p:nvPr/>
          </p:nvSpPr>
          <p:spPr>
            <a:xfrm>
              <a:off x="0" y="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  <a:endParaRPr b="1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23" name="Google Shape;2723;p37"/>
            <p:cNvSpPr txBox="1"/>
            <p:nvPr/>
          </p:nvSpPr>
          <p:spPr>
            <a:xfrm>
              <a:off x="533400" y="145982"/>
              <a:ext cx="32766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>
                  <a:solidFill>
                    <a:srgbClr val="0F52BA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Category-Led Promotion</a:t>
              </a:r>
              <a:endParaRPr>
                <a:solidFill>
                  <a:srgbClr val="0F52BA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rPr>
                <a:t>Promote the top 5 categories in target states. </a:t>
              </a:r>
              <a:endParaRPr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21212"/>
                </a:buClr>
                <a:buSzPts val="1400"/>
                <a:buFont typeface="Inter"/>
                <a:buAutoNum type="arabicPeriod"/>
              </a:pPr>
              <a:r>
                <a:rPr lang="en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rPr>
                <a:t>Health &amp; Beauty</a:t>
              </a:r>
              <a:endParaRPr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21212"/>
                </a:buClr>
                <a:buSzPts val="1400"/>
                <a:buFont typeface="Inter"/>
                <a:buAutoNum type="arabicPeriod"/>
              </a:pPr>
              <a:r>
                <a:rPr lang="en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rPr>
                <a:t>Watches &amp; Gifts</a:t>
              </a:r>
              <a:endParaRPr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21212"/>
                </a:buClr>
                <a:buSzPts val="1400"/>
                <a:buFont typeface="Inter"/>
                <a:buAutoNum type="arabicPeriod"/>
              </a:pPr>
              <a:r>
                <a:rPr lang="en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rPr>
                <a:t>Bed, Bath &amp; Table</a:t>
              </a:r>
              <a:endParaRPr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21212"/>
                </a:buClr>
                <a:buSzPts val="1400"/>
                <a:buFont typeface="Inter"/>
                <a:buAutoNum type="arabicPeriod"/>
              </a:pPr>
              <a:r>
                <a:rPr lang="en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rPr>
                <a:t>Sports &amp; Leisure</a:t>
              </a:r>
              <a:endParaRPr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21212"/>
                </a:buClr>
                <a:buSzPts val="1400"/>
                <a:buFont typeface="Inter"/>
                <a:buAutoNum type="arabicPeriod"/>
              </a:pPr>
              <a:r>
                <a:rPr lang="en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rPr>
                <a:t>Computers &amp; Accessories</a:t>
              </a:r>
              <a:endParaRPr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24" name="Google Shape;2724;p37"/>
          <p:cNvGrpSpPr/>
          <p:nvPr/>
        </p:nvGrpSpPr>
        <p:grpSpPr>
          <a:xfrm>
            <a:off x="4795875" y="1659518"/>
            <a:ext cx="4000500" cy="2442694"/>
            <a:chOff x="381000" y="1569175"/>
            <a:chExt cx="4000500" cy="1713089"/>
          </a:xfrm>
        </p:grpSpPr>
        <p:grpSp>
          <p:nvGrpSpPr>
            <p:cNvPr id="2725" name="Google Shape;2725;p37"/>
            <p:cNvGrpSpPr/>
            <p:nvPr/>
          </p:nvGrpSpPr>
          <p:grpSpPr>
            <a:xfrm>
              <a:off x="381000" y="1569175"/>
              <a:ext cx="4000500" cy="1712178"/>
              <a:chOff x="0" y="0"/>
              <a:chExt cx="4000500" cy="1126803"/>
            </a:xfrm>
          </p:grpSpPr>
          <p:sp>
            <p:nvSpPr>
              <p:cNvPr id="2726" name="Google Shape;2726;p37"/>
              <p:cNvSpPr/>
              <p:nvPr/>
            </p:nvSpPr>
            <p:spPr>
              <a:xfrm>
                <a:off x="0" y="3"/>
                <a:ext cx="4000500" cy="1126800"/>
              </a:xfrm>
              <a:prstGeom prst="rect">
                <a:avLst/>
              </a:prstGeom>
              <a:solidFill>
                <a:srgbClr val="FAFAFB"/>
              </a:solidFill>
              <a:ln cap="flat" cmpd="sng" w="9525">
                <a:solidFill>
                  <a:srgbClr val="12121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7" name="Google Shape;2727;p37"/>
              <p:cNvSpPr/>
              <p:nvPr/>
            </p:nvSpPr>
            <p:spPr>
              <a:xfrm>
                <a:off x="0" y="0"/>
                <a:ext cx="381000" cy="381000"/>
              </a:xfrm>
              <a:prstGeom prst="rect">
                <a:avLst/>
              </a:prstGeom>
              <a:solidFill>
                <a:srgbClr val="12121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728" name="Google Shape;2728;p37"/>
            <p:cNvSpPr txBox="1"/>
            <p:nvPr/>
          </p:nvSpPr>
          <p:spPr>
            <a:xfrm>
              <a:off x="381000" y="1569175"/>
              <a:ext cx="381000" cy="5789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2</a:t>
              </a:r>
              <a:endParaRPr b="1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29" name="Google Shape;2729;p37"/>
            <p:cNvSpPr txBox="1"/>
            <p:nvPr/>
          </p:nvSpPr>
          <p:spPr>
            <a:xfrm>
              <a:off x="914400" y="1788564"/>
              <a:ext cx="3276600" cy="14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F52BA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Capture Underserved States</a:t>
              </a:r>
              <a:endParaRPr b="0">
                <a:solidFill>
                  <a:srgbClr val="0F52BA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rPr>
                <a:t>Target BA, PE, CE, AM &amp; PA. </a:t>
              </a:r>
              <a:endParaRPr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rPr>
                <a:t>Revenue is below spending power, suggesting room to scale. </a:t>
              </a:r>
              <a:endParaRPr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Estimated upside: </a:t>
              </a:r>
              <a:r>
                <a:rPr lang="en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~R$ 700K</a:t>
              </a:r>
              <a:endPara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Conservative case:</a:t>
              </a:r>
              <a:r>
                <a:rPr lang="en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 ~R$ 300K</a:t>
              </a:r>
              <a:endPara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Aggressive case: </a:t>
              </a:r>
              <a:r>
                <a:rPr lang="en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~R$ 1.1M</a:t>
              </a:r>
              <a:endParaRPr b="1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30" name="Google Shape;2730;p37"/>
          <p:cNvGrpSpPr/>
          <p:nvPr/>
        </p:nvGrpSpPr>
        <p:grpSpPr>
          <a:xfrm>
            <a:off x="381000" y="4762500"/>
            <a:ext cx="8382000" cy="285750"/>
            <a:chOff x="381000" y="4762500"/>
            <a:chExt cx="8382000" cy="285750"/>
          </a:xfrm>
        </p:grpSpPr>
        <p:cxnSp>
          <p:nvCxnSpPr>
            <p:cNvPr id="2731" name="Google Shape;2731;p37"/>
            <p:cNvCxnSpPr/>
            <p:nvPr/>
          </p:nvCxnSpPr>
          <p:spPr>
            <a:xfrm>
              <a:off x="381000" y="476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32" name="Google Shape;2732;p37"/>
            <p:cNvSpPr txBox="1"/>
            <p:nvPr/>
          </p:nvSpPr>
          <p:spPr>
            <a:xfrm>
              <a:off x="381000" y="4857750"/>
              <a:ext cx="757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DS5 Team 5</a:t>
              </a:r>
              <a:r>
                <a:rPr b="0"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 | </a:t>
              </a:r>
              <a:r>
                <a:rPr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Members: Caleb Cheah Peng Huat, Fiona Lim Yan Han, Kevin Chua, Ng Zhenxian, Soh Shi Hui </a:t>
              </a:r>
              <a:endParaRPr b="0" sz="10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33" name="Google Shape;2733;p37"/>
            <p:cNvSpPr txBox="1"/>
            <p:nvPr/>
          </p:nvSpPr>
          <p:spPr>
            <a:xfrm>
              <a:off x="49530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June 2026</a:t>
              </a:r>
              <a:endParaRPr b="0" sz="10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734" name="Google Shape;2734;p37"/>
          <p:cNvSpPr txBox="1"/>
          <p:nvPr/>
        </p:nvSpPr>
        <p:spPr>
          <a:xfrm>
            <a:off x="256032" y="91440"/>
            <a:ext cx="18288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>
                <a:solidFill>
                  <a:srgbClr val="58606E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Business Opportunities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8" name="Shape 2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9" name="Google Shape;2739;p38"/>
          <p:cNvGrpSpPr/>
          <p:nvPr/>
        </p:nvGrpSpPr>
        <p:grpSpPr>
          <a:xfrm>
            <a:off x="381000" y="571500"/>
            <a:ext cx="8763000" cy="762000"/>
            <a:chOff x="0" y="0"/>
            <a:chExt cx="8763000" cy="762000"/>
          </a:xfrm>
        </p:grpSpPr>
        <p:sp>
          <p:nvSpPr>
            <p:cNvPr id="2740" name="Google Shape;2740;p38"/>
            <p:cNvSpPr/>
            <p:nvPr/>
          </p:nvSpPr>
          <p:spPr>
            <a:xfrm>
              <a:off x="0" y="0"/>
              <a:ext cx="38100" cy="762000"/>
            </a:xfrm>
            <a:prstGeom prst="rect">
              <a:avLst/>
            </a:prstGeom>
            <a:solidFill>
              <a:srgbClr val="0F52B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38"/>
            <p:cNvSpPr txBox="1"/>
            <p:nvPr/>
          </p:nvSpPr>
          <p:spPr>
            <a:xfrm>
              <a:off x="228600" y="0"/>
              <a:ext cx="8534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700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rPr>
                <a:t>Risks &amp; Success Metrics</a:t>
              </a:r>
              <a:endParaRPr b="1" sz="2700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5F6368"/>
                  </a:solidFill>
                  <a:latin typeface="Inter"/>
                  <a:ea typeface="Inter"/>
                  <a:cs typeface="Inter"/>
                  <a:sym typeface="Inter"/>
                </a:rPr>
                <a:t>Roll out in phases, validate assumptions, and track whether the growth strategy is working.</a:t>
              </a:r>
              <a:endParaRPr sz="1200">
                <a:solidFill>
                  <a:srgbClr val="5F63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1800"/>
                </a:spcAft>
                <a:buNone/>
              </a:pPr>
              <a:r>
                <a:t/>
              </a:r>
              <a:endParaRPr sz="1500">
                <a:solidFill>
                  <a:srgbClr val="5F63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42" name="Google Shape;2742;p38"/>
          <p:cNvGrpSpPr/>
          <p:nvPr/>
        </p:nvGrpSpPr>
        <p:grpSpPr>
          <a:xfrm>
            <a:off x="381006" y="1495650"/>
            <a:ext cx="3818482" cy="3104704"/>
            <a:chOff x="380993" y="1390947"/>
            <a:chExt cx="3818482" cy="3104704"/>
          </a:xfrm>
        </p:grpSpPr>
        <p:sp>
          <p:nvSpPr>
            <p:cNvPr id="2743" name="Google Shape;2743;p38"/>
            <p:cNvSpPr/>
            <p:nvPr/>
          </p:nvSpPr>
          <p:spPr>
            <a:xfrm>
              <a:off x="380993" y="1390947"/>
              <a:ext cx="398400" cy="492300"/>
            </a:xfrm>
            <a:prstGeom prst="rect">
              <a:avLst/>
            </a:prstGeom>
            <a:solidFill>
              <a:srgbClr val="12121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44" name="Google Shape;2744;p38"/>
            <p:cNvGrpSpPr/>
            <p:nvPr/>
          </p:nvGrpSpPr>
          <p:grpSpPr>
            <a:xfrm>
              <a:off x="380993" y="1390946"/>
              <a:ext cx="3818482" cy="3104704"/>
              <a:chOff x="380993" y="1390947"/>
              <a:chExt cx="3818482" cy="3104704"/>
            </a:xfrm>
          </p:grpSpPr>
          <p:sp>
            <p:nvSpPr>
              <p:cNvPr id="2745" name="Google Shape;2745;p38"/>
              <p:cNvSpPr txBox="1"/>
              <p:nvPr/>
            </p:nvSpPr>
            <p:spPr>
              <a:xfrm>
                <a:off x="380993" y="1390947"/>
                <a:ext cx="398400" cy="49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5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1</a:t>
                </a:r>
                <a:endParaRPr b="1" sz="13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46" name="Google Shape;2746;p38"/>
              <p:cNvSpPr txBox="1"/>
              <p:nvPr/>
            </p:nvSpPr>
            <p:spPr>
              <a:xfrm>
                <a:off x="864375" y="1390950"/>
                <a:ext cx="3335100" cy="310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50">
                    <a:solidFill>
                      <a:srgbClr val="0F52BA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Pipeline &amp; Governance Risk</a:t>
                </a:r>
                <a:endParaRPr sz="1050">
                  <a:solidFill>
                    <a:srgbClr val="0F52BA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21212"/>
                    </a:solidFill>
                    <a:latin typeface="Inter"/>
                    <a:ea typeface="Inter"/>
                    <a:cs typeface="Inter"/>
                    <a:sym typeface="Inter"/>
                  </a:rPr>
                  <a:t>Risk:</a:t>
                </a:r>
                <a:r>
                  <a:rPr lang="en" sz="1200">
                    <a:solidFill>
                      <a:srgbClr val="121212"/>
                    </a:solidFill>
                    <a:latin typeface="Inter"/>
                    <a:ea typeface="Inter"/>
                    <a:cs typeface="Inter"/>
                    <a:sym typeface="Inter"/>
                  </a:rPr>
                  <a:t> Automation failures </a:t>
                </a:r>
                <a:r>
                  <a:rPr lang="en" sz="1200">
                    <a:solidFill>
                      <a:srgbClr val="121212"/>
                    </a:solidFill>
                    <a:latin typeface="Inter"/>
                    <a:ea typeface="Inter"/>
                    <a:cs typeface="Inter"/>
                    <a:sym typeface="Inter"/>
                  </a:rPr>
                  <a:t>or loading of incomplete data </a:t>
                </a:r>
                <a:r>
                  <a:rPr lang="en" sz="1200">
                    <a:solidFill>
                      <a:srgbClr val="121212"/>
                    </a:solidFill>
                    <a:latin typeface="Inter"/>
                    <a:ea typeface="Inter"/>
                    <a:cs typeface="Inter"/>
                    <a:sym typeface="Inter"/>
                  </a:rPr>
                  <a:t>without timely detection.</a:t>
                </a:r>
                <a:endParaRPr sz="1200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21212"/>
                    </a:solidFill>
                    <a:latin typeface="Inter"/>
                    <a:ea typeface="Inter"/>
                    <a:cs typeface="Inter"/>
                    <a:sym typeface="Inter"/>
                  </a:rPr>
                  <a:t>Mitigation:</a:t>
                </a:r>
                <a:r>
                  <a:rPr lang="en" sz="1200">
                    <a:solidFill>
                      <a:srgbClr val="121212"/>
                    </a:solidFill>
                    <a:latin typeface="Inter"/>
                    <a:ea typeface="Inter"/>
                    <a:cs typeface="Inter"/>
                    <a:sym typeface="Inter"/>
                  </a:rPr>
                  <a:t> Introduce </a:t>
                </a:r>
                <a:r>
                  <a:rPr lang="en" sz="1200">
                    <a:solidFill>
                      <a:srgbClr val="121212"/>
                    </a:solidFill>
                    <a:latin typeface="Inter"/>
                    <a:ea typeface="Inter"/>
                    <a:cs typeface="Inter"/>
                    <a:sym typeface="Inter"/>
                  </a:rPr>
                  <a:t>Data Observability and Quality Monitoring Layer to detect </a:t>
                </a:r>
                <a:endParaRPr sz="1200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0480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121212"/>
                  </a:buClr>
                  <a:buSzPts val="1200"/>
                  <a:buFont typeface="Inter"/>
                  <a:buChar char="●"/>
                </a:pPr>
                <a:r>
                  <a:rPr lang="en" sz="1200">
                    <a:solidFill>
                      <a:srgbClr val="121212"/>
                    </a:solidFill>
                    <a:latin typeface="Inter"/>
                    <a:ea typeface="Inter"/>
                    <a:cs typeface="Inter"/>
                    <a:sym typeface="Inter"/>
                  </a:rPr>
                  <a:t>Failures &amp; Retries</a:t>
                </a:r>
                <a:endParaRPr sz="1200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04800" lvl="0" marL="45720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21212"/>
                  </a:buClr>
                  <a:buSzPts val="1200"/>
                  <a:buFont typeface="Inter"/>
                  <a:buChar char="●"/>
                </a:pPr>
                <a:r>
                  <a:rPr lang="en" sz="1200">
                    <a:solidFill>
                      <a:srgbClr val="121212"/>
                    </a:solidFill>
                    <a:latin typeface="Inter"/>
                    <a:ea typeface="Inter"/>
                    <a:cs typeface="Inter"/>
                    <a:sym typeface="Inter"/>
                  </a:rPr>
                  <a:t>Source freshness checks</a:t>
                </a:r>
                <a:endParaRPr sz="1200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04800" lvl="0" marL="45720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21212"/>
                  </a:buClr>
                  <a:buSzPts val="1200"/>
                  <a:buFont typeface="Inter"/>
                  <a:buChar char="●"/>
                </a:pPr>
                <a:r>
                  <a:rPr lang="en" sz="1200">
                    <a:solidFill>
                      <a:srgbClr val="121212"/>
                    </a:solidFill>
                    <a:latin typeface="Inter"/>
                    <a:ea typeface="Inter"/>
                    <a:cs typeface="Inter"/>
                    <a:sym typeface="Inter"/>
                  </a:rPr>
                  <a:t>Dbt tests </a:t>
                </a:r>
                <a:endParaRPr sz="1200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21212"/>
                    </a:solidFill>
                    <a:latin typeface="Inter"/>
                    <a:ea typeface="Inter"/>
                    <a:cs typeface="Inter"/>
                    <a:sym typeface="Inter"/>
                  </a:rPr>
                  <a:t>Metrics:</a:t>
                </a:r>
                <a:r>
                  <a:rPr lang="en" sz="1200">
                    <a:solidFill>
                      <a:srgbClr val="121212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r>
                  <a:rPr lang="en" sz="1200">
                    <a:solidFill>
                      <a:srgbClr val="121212"/>
                    </a:solidFill>
                    <a:latin typeface="Inter"/>
                    <a:ea typeface="Inter"/>
                    <a:cs typeface="Inter"/>
                    <a:sym typeface="Inter"/>
                  </a:rPr>
                  <a:t>Pipeline success · Refresh age · Test pass rate · Failed assets · Recovery time</a:t>
                </a:r>
                <a:endParaRPr sz="1200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b="1" lang="en" sz="1200">
                    <a:solidFill>
                      <a:srgbClr val="121212"/>
                    </a:solidFill>
                    <a:latin typeface="Inter"/>
                    <a:ea typeface="Inter"/>
                    <a:cs typeface="Inter"/>
                    <a:sym typeface="Inter"/>
                  </a:rPr>
                  <a:t>Goal: </a:t>
                </a:r>
                <a:r>
                  <a:rPr lang="en" sz="1200">
                    <a:solidFill>
                      <a:srgbClr val="121212"/>
                    </a:solidFill>
                    <a:latin typeface="Inter"/>
                    <a:ea typeface="Inter"/>
                    <a:cs typeface="Inter"/>
                    <a:sym typeface="Inter"/>
                  </a:rPr>
                  <a:t>To keep the dashboard accurate and reliable while </a:t>
                </a:r>
                <a:r>
                  <a:rPr lang="en" sz="1200">
                    <a:solidFill>
                      <a:srgbClr val="121212"/>
                    </a:solidFill>
                    <a:latin typeface="Inter"/>
                    <a:ea typeface="Inter"/>
                    <a:cs typeface="Inter"/>
                    <a:sym typeface="Inter"/>
                  </a:rPr>
                  <a:t>automating the process. </a:t>
                </a:r>
                <a:endParaRPr sz="1200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747" name="Google Shape;2747;p38"/>
          <p:cNvGrpSpPr/>
          <p:nvPr/>
        </p:nvGrpSpPr>
        <p:grpSpPr>
          <a:xfrm>
            <a:off x="381000" y="4762500"/>
            <a:ext cx="8382000" cy="285750"/>
            <a:chOff x="381000" y="4762500"/>
            <a:chExt cx="8382000" cy="285750"/>
          </a:xfrm>
        </p:grpSpPr>
        <p:cxnSp>
          <p:nvCxnSpPr>
            <p:cNvPr id="2748" name="Google Shape;2748;p38"/>
            <p:cNvCxnSpPr/>
            <p:nvPr/>
          </p:nvCxnSpPr>
          <p:spPr>
            <a:xfrm>
              <a:off x="381000" y="476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49" name="Google Shape;2749;p38"/>
            <p:cNvSpPr txBox="1"/>
            <p:nvPr/>
          </p:nvSpPr>
          <p:spPr>
            <a:xfrm>
              <a:off x="381000" y="4857750"/>
              <a:ext cx="757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DS5 Team 5</a:t>
              </a:r>
              <a:r>
                <a:rPr b="0"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 | </a:t>
              </a:r>
              <a:r>
                <a:rPr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Members: Caleb Cheah Peng Huat, Fiona Lim Yan Han, Kevin Chua, Ng Zhenxian, Soh Shi Hui </a:t>
              </a:r>
              <a:endParaRPr b="0" sz="10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50" name="Google Shape;2750;p38"/>
            <p:cNvSpPr txBox="1"/>
            <p:nvPr/>
          </p:nvSpPr>
          <p:spPr>
            <a:xfrm>
              <a:off x="49530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June 2026</a:t>
              </a:r>
              <a:endParaRPr b="0" sz="10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751" name="Google Shape;2751;p38"/>
          <p:cNvSpPr txBox="1"/>
          <p:nvPr/>
        </p:nvSpPr>
        <p:spPr>
          <a:xfrm>
            <a:off x="256023" y="91450"/>
            <a:ext cx="15996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>
                <a:solidFill>
                  <a:srgbClr val="58606E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Risks &amp; Mitigations</a:t>
            </a:r>
            <a:endParaRPr b="1" sz="750">
              <a:solidFill>
                <a:srgbClr val="58606E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grpSp>
        <p:nvGrpSpPr>
          <p:cNvPr id="2752" name="Google Shape;2752;p38"/>
          <p:cNvGrpSpPr/>
          <p:nvPr/>
        </p:nvGrpSpPr>
        <p:grpSpPr>
          <a:xfrm>
            <a:off x="4619638" y="1495650"/>
            <a:ext cx="4051414" cy="2954100"/>
            <a:chOff x="4619625" y="1333500"/>
            <a:chExt cx="4051414" cy="2954100"/>
          </a:xfrm>
        </p:grpSpPr>
        <p:grpSp>
          <p:nvGrpSpPr>
            <p:cNvPr id="2753" name="Google Shape;2753;p38"/>
            <p:cNvGrpSpPr/>
            <p:nvPr/>
          </p:nvGrpSpPr>
          <p:grpSpPr>
            <a:xfrm>
              <a:off x="4619625" y="1333500"/>
              <a:ext cx="395288" cy="492366"/>
              <a:chOff x="0" y="0"/>
              <a:chExt cx="381000" cy="381000"/>
            </a:xfrm>
          </p:grpSpPr>
          <p:sp>
            <p:nvSpPr>
              <p:cNvPr id="2754" name="Google Shape;2754;p38"/>
              <p:cNvSpPr/>
              <p:nvPr/>
            </p:nvSpPr>
            <p:spPr>
              <a:xfrm>
                <a:off x="0" y="0"/>
                <a:ext cx="381000" cy="381000"/>
              </a:xfrm>
              <a:prstGeom prst="rect">
                <a:avLst/>
              </a:prstGeom>
              <a:solidFill>
                <a:srgbClr val="12121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5" name="Google Shape;2755;p38"/>
              <p:cNvSpPr txBox="1"/>
              <p:nvPr/>
            </p:nvSpPr>
            <p:spPr>
              <a:xfrm>
                <a:off x="0" y="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5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2</a:t>
                </a:r>
                <a:endParaRPr b="1" sz="13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2756" name="Google Shape;2756;p38"/>
            <p:cNvSpPr txBox="1"/>
            <p:nvPr/>
          </p:nvSpPr>
          <p:spPr>
            <a:xfrm>
              <a:off x="5122639" y="1333500"/>
              <a:ext cx="3548400" cy="29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0F52BA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Service Quality Risk</a:t>
              </a:r>
              <a:endParaRPr sz="1050">
                <a:solidFill>
                  <a:srgbClr val="0F52BA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rPr>
                <a:t>Risk: </a:t>
              </a:r>
              <a:r>
                <a:rPr lang="en" sz="1200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rPr>
                <a:t>Higher order volume may lead to delivery delays and lower review scores.</a:t>
              </a:r>
              <a:endParaRPr sz="1200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rPr>
                <a:t>Mitigation:</a:t>
              </a:r>
              <a:r>
                <a:rPr lang="en" sz="1200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rPr>
                <a:t> Before scaling campaigns,</a:t>
              </a:r>
              <a:endParaRPr sz="1200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21212"/>
                </a:buClr>
                <a:buSzPts val="1200"/>
                <a:buFont typeface="Inter"/>
                <a:buChar char="●"/>
              </a:pPr>
              <a:r>
                <a:rPr lang="en" sz="1200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rPr>
                <a:t>Delivery capacity review</a:t>
              </a:r>
              <a:endParaRPr sz="1200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21212"/>
                </a:buClr>
                <a:buSzPts val="1200"/>
                <a:buFont typeface="Inter"/>
                <a:buChar char="●"/>
              </a:pPr>
              <a:r>
                <a:rPr lang="en" sz="1200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rPr>
                <a:t>Seller coverage checks</a:t>
              </a:r>
              <a:endParaRPr sz="1200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21212"/>
                </a:buClr>
                <a:buSzPts val="1200"/>
                <a:buFont typeface="Inter"/>
                <a:buChar char="●"/>
              </a:pPr>
              <a:r>
                <a:rPr lang="en" sz="1200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rPr>
                <a:t>Phased campaign rollout</a:t>
              </a:r>
              <a:endParaRPr sz="1200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rPr>
                <a:t>Metrics:</a:t>
              </a:r>
              <a:r>
                <a:rPr lang="en" sz="1200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rPr>
                <a:t> On-time delivery · Review score · Delivery delay rate</a:t>
              </a:r>
              <a:endParaRPr sz="1200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b="1" lang="en" sz="1200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rPr>
                <a:t>Goal: </a:t>
              </a:r>
              <a:r>
                <a:rPr lang="en" sz="1200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rPr>
                <a:t>To support revenue growth without reducing delivery performance or customer satisfaction.</a:t>
              </a:r>
              <a:endParaRPr sz="1200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0" name="Shape 2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1" name="Google Shape;2761;p39"/>
          <p:cNvGrpSpPr/>
          <p:nvPr/>
        </p:nvGrpSpPr>
        <p:grpSpPr>
          <a:xfrm>
            <a:off x="375795" y="1416302"/>
            <a:ext cx="8191500" cy="1714500"/>
            <a:chOff x="0" y="-730570"/>
            <a:chExt cx="8191500" cy="1714500"/>
          </a:xfrm>
        </p:grpSpPr>
        <p:sp>
          <p:nvSpPr>
            <p:cNvPr id="2762" name="Google Shape;2762;p39"/>
            <p:cNvSpPr/>
            <p:nvPr/>
          </p:nvSpPr>
          <p:spPr>
            <a:xfrm>
              <a:off x="0" y="-638083"/>
              <a:ext cx="38100" cy="1143000"/>
            </a:xfrm>
            <a:prstGeom prst="rect">
              <a:avLst/>
            </a:prstGeom>
            <a:solidFill>
              <a:srgbClr val="0F52B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39"/>
            <p:cNvSpPr txBox="1"/>
            <p:nvPr/>
          </p:nvSpPr>
          <p:spPr>
            <a:xfrm>
              <a:off x="190500" y="-730570"/>
              <a:ext cx="8001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130">
                  <a:solidFill>
                    <a:srgbClr val="121212"/>
                  </a:solidFill>
                  <a:latin typeface="Inter"/>
                  <a:ea typeface="Inter"/>
                  <a:cs typeface="Inter"/>
                  <a:sym typeface="Inter"/>
                </a:rPr>
                <a:t>Thank you</a:t>
              </a:r>
              <a:endParaRPr sz="3126">
                <a:solidFill>
                  <a:srgbClr val="5F63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64" name="Google Shape;2764;p39"/>
          <p:cNvGrpSpPr/>
          <p:nvPr/>
        </p:nvGrpSpPr>
        <p:grpSpPr>
          <a:xfrm>
            <a:off x="6269438" y="2571750"/>
            <a:ext cx="2490788" cy="2014425"/>
            <a:chOff x="-14287" y="857250"/>
            <a:chExt cx="2490788" cy="2014425"/>
          </a:xfrm>
        </p:grpSpPr>
        <p:pic>
          <p:nvPicPr>
            <p:cNvPr id="2765" name="Google Shape;2765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4287" y="942975"/>
              <a:ext cx="2414700" cy="19287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31999"/>
                </a:srgbClr>
              </a:outerShdw>
            </a:effectLst>
          </p:spPr>
        </p:pic>
        <p:pic>
          <p:nvPicPr>
            <p:cNvPr id="2766" name="Google Shape;2766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86000" y="857250"/>
              <a:ext cx="190500" cy="1905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31999"/>
                </a:srgbClr>
              </a:outerShdw>
            </a:effectLst>
          </p:spPr>
        </p:pic>
        <p:pic>
          <p:nvPicPr>
            <p:cNvPr id="2767" name="Google Shape;2767;p3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371600" y="1657350"/>
              <a:ext cx="114300" cy="114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31999"/>
                </a:srgbClr>
              </a:outerShdw>
            </a:effectLst>
          </p:spPr>
        </p:pic>
        <p:pic>
          <p:nvPicPr>
            <p:cNvPr id="2768" name="Google Shape;2768;p3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19100" y="2324100"/>
              <a:ext cx="114300" cy="114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31999"/>
                </a:srgbClr>
              </a:outerShdw>
            </a:effectLst>
          </p:spPr>
        </p:pic>
      </p:grpSp>
      <p:grpSp>
        <p:nvGrpSpPr>
          <p:cNvPr id="2769" name="Google Shape;2769;p39"/>
          <p:cNvGrpSpPr/>
          <p:nvPr/>
        </p:nvGrpSpPr>
        <p:grpSpPr>
          <a:xfrm>
            <a:off x="381000" y="4762500"/>
            <a:ext cx="8382000" cy="323550"/>
            <a:chOff x="381000" y="4762500"/>
            <a:chExt cx="8382000" cy="323550"/>
          </a:xfrm>
        </p:grpSpPr>
        <p:cxnSp>
          <p:nvCxnSpPr>
            <p:cNvPr id="2770" name="Google Shape;2770;p39"/>
            <p:cNvCxnSpPr/>
            <p:nvPr/>
          </p:nvCxnSpPr>
          <p:spPr>
            <a:xfrm>
              <a:off x="381000" y="476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71" name="Google Shape;2771;p39"/>
            <p:cNvSpPr txBox="1"/>
            <p:nvPr/>
          </p:nvSpPr>
          <p:spPr>
            <a:xfrm>
              <a:off x="381000" y="4857750"/>
              <a:ext cx="7470300" cy="22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DS5 Team 5</a:t>
              </a:r>
              <a:r>
                <a:rPr b="0"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 | </a:t>
              </a:r>
              <a:r>
                <a:rPr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Members: Caleb Cheah Peng Huat, Fiona Lim Yan Han, Kevin Chua, Ng Zhenxian, Soh Shi Hui </a:t>
              </a:r>
              <a:endParaRPr b="0" sz="10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72" name="Google Shape;2772;p39"/>
            <p:cNvSpPr txBox="1"/>
            <p:nvPr/>
          </p:nvSpPr>
          <p:spPr>
            <a:xfrm>
              <a:off x="49530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June 2026</a:t>
              </a:r>
              <a:endParaRPr b="0" sz="10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